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F623F8-7CDC-4DB7-AD61-869B45A6E3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8575A5-227D-40E8-AA54-D717689FD4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Contenedor</a:t>
          </a:r>
          <a:r>
            <a:rPr lang="en-US" dirty="0"/>
            <a:t> Docker: Apache Airflow + Pipeline de </a:t>
          </a:r>
          <a:r>
            <a:rPr lang="en-US" dirty="0" err="1"/>
            <a:t>detección</a:t>
          </a:r>
          <a:r>
            <a:rPr lang="en-US" dirty="0"/>
            <a:t> de </a:t>
          </a:r>
          <a:r>
            <a:rPr lang="en-US" dirty="0" err="1"/>
            <a:t>fracturas</a:t>
          </a:r>
          <a:endParaRPr lang="en-US" dirty="0"/>
        </a:p>
      </dgm:t>
    </dgm:pt>
    <dgm:pt modelId="{C251B97F-A6BF-4E62-88DC-728F6F5AA2A4}" type="parTrans" cxnId="{91E51C4A-1830-42DA-B19B-254182C3E873}">
      <dgm:prSet/>
      <dgm:spPr/>
      <dgm:t>
        <a:bodyPr/>
        <a:lstStyle/>
        <a:p>
          <a:endParaRPr lang="en-US"/>
        </a:p>
      </dgm:t>
    </dgm:pt>
    <dgm:pt modelId="{993F7193-879C-4893-AD65-904AE0AE32D3}" type="sibTrans" cxnId="{91E51C4A-1830-42DA-B19B-254182C3E873}">
      <dgm:prSet/>
      <dgm:spPr/>
      <dgm:t>
        <a:bodyPr/>
        <a:lstStyle/>
        <a:p>
          <a:endParaRPr lang="en-US"/>
        </a:p>
      </dgm:t>
    </dgm:pt>
    <dgm:pt modelId="{0CE1FF59-B335-4C0F-BFEC-65AEB7882F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Aplicación</a:t>
          </a:r>
          <a:r>
            <a:rPr lang="en-US" dirty="0"/>
            <a:t> </a:t>
          </a:r>
          <a:r>
            <a:rPr lang="en-US" dirty="0" err="1"/>
            <a:t>Streamlit</a:t>
          </a:r>
          <a:r>
            <a:rPr lang="en-US" dirty="0"/>
            <a:t>: </a:t>
          </a:r>
          <a:r>
            <a:rPr lang="en-US" dirty="0" err="1"/>
            <a:t>Interfaz</a:t>
          </a:r>
          <a:r>
            <a:rPr lang="en-US" dirty="0"/>
            <a:t> web (local)</a:t>
          </a:r>
        </a:p>
      </dgm:t>
    </dgm:pt>
    <dgm:pt modelId="{632A4C41-D5B9-4E75-8E46-837691F910AB}" type="parTrans" cxnId="{3EC5F655-56DA-4560-824E-2E2D22F57CF8}">
      <dgm:prSet/>
      <dgm:spPr/>
      <dgm:t>
        <a:bodyPr/>
        <a:lstStyle/>
        <a:p>
          <a:endParaRPr lang="en-US"/>
        </a:p>
      </dgm:t>
    </dgm:pt>
    <dgm:pt modelId="{6E9E429E-4107-4E52-95D2-22B70E7A7664}" type="sibTrans" cxnId="{3EC5F655-56DA-4560-824E-2E2D22F57CF8}">
      <dgm:prSet/>
      <dgm:spPr/>
      <dgm:t>
        <a:bodyPr/>
        <a:lstStyle/>
        <a:p>
          <a:endParaRPr lang="en-US"/>
        </a:p>
      </dgm:t>
    </dgm:pt>
    <dgm:pt modelId="{570D3B7E-26F1-42A1-837B-7A088C9101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Modelo ResNet50 </a:t>
          </a:r>
          <a:r>
            <a:rPr lang="en-US" dirty="0" err="1"/>
            <a:t>modificado</a:t>
          </a:r>
          <a:r>
            <a:rPr lang="en-US" dirty="0"/>
            <a:t> para </a:t>
          </a:r>
          <a:r>
            <a:rPr lang="en-US" dirty="0" err="1"/>
            <a:t>clasificación</a:t>
          </a:r>
          <a:r>
            <a:rPr lang="en-US" dirty="0"/>
            <a:t> de </a:t>
          </a:r>
          <a:r>
            <a:rPr lang="en-US" dirty="0" err="1"/>
            <a:t>fracturas</a:t>
          </a:r>
          <a:endParaRPr lang="en-US" dirty="0"/>
        </a:p>
      </dgm:t>
    </dgm:pt>
    <dgm:pt modelId="{1D400693-F773-45B6-8387-13B9ACAAD0BC}" type="parTrans" cxnId="{41DCD059-FEB0-4EDC-8C35-9799EED9A7B1}">
      <dgm:prSet/>
      <dgm:spPr/>
      <dgm:t>
        <a:bodyPr/>
        <a:lstStyle/>
        <a:p>
          <a:endParaRPr lang="en-US"/>
        </a:p>
      </dgm:t>
    </dgm:pt>
    <dgm:pt modelId="{0E528171-2B86-4512-8E93-FC87884E6CAB}" type="sibTrans" cxnId="{41DCD059-FEB0-4EDC-8C35-9799EED9A7B1}">
      <dgm:prSet/>
      <dgm:spPr/>
      <dgm:t>
        <a:bodyPr/>
        <a:lstStyle/>
        <a:p>
          <a:endParaRPr lang="en-US"/>
        </a:p>
      </dgm:t>
    </dgm:pt>
    <dgm:pt modelId="{1F2642DC-E7FE-431C-9E9A-0C7209AE4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Volumen</a:t>
          </a:r>
          <a:r>
            <a:rPr lang="en-US" dirty="0"/>
            <a:t> </a:t>
          </a:r>
          <a:r>
            <a:rPr lang="en-US" dirty="0" err="1"/>
            <a:t>compartido</a:t>
          </a:r>
          <a:r>
            <a:rPr lang="en-US" dirty="0"/>
            <a:t>: </a:t>
          </a:r>
          <a:r>
            <a:rPr lang="en-US" dirty="0" err="1"/>
            <a:t>Carpeta</a:t>
          </a:r>
          <a:r>
            <a:rPr lang="en-US" dirty="0"/>
            <a:t> data/</a:t>
          </a:r>
        </a:p>
      </dgm:t>
    </dgm:pt>
    <dgm:pt modelId="{F7FA70E1-083C-48D9-8990-7FF98A953A71}" type="parTrans" cxnId="{B6FE1FFE-050C-408E-B7F4-9A45A03E7DA1}">
      <dgm:prSet/>
      <dgm:spPr/>
      <dgm:t>
        <a:bodyPr/>
        <a:lstStyle/>
        <a:p>
          <a:endParaRPr lang="en-US"/>
        </a:p>
      </dgm:t>
    </dgm:pt>
    <dgm:pt modelId="{63C8E7D7-D75B-427F-A74F-9779223B043F}" type="sibTrans" cxnId="{B6FE1FFE-050C-408E-B7F4-9A45A03E7DA1}">
      <dgm:prSet/>
      <dgm:spPr/>
      <dgm:t>
        <a:bodyPr/>
        <a:lstStyle/>
        <a:p>
          <a:endParaRPr lang="en-US"/>
        </a:p>
      </dgm:t>
    </dgm:pt>
    <dgm:pt modelId="{9C71B2F0-93E1-45BD-93AB-108E51851E1C}" type="pres">
      <dgm:prSet presAssocID="{A5F623F8-7CDC-4DB7-AD61-869B45A6E3E5}" presName="root" presStyleCnt="0">
        <dgm:presLayoutVars>
          <dgm:dir/>
          <dgm:resizeHandles val="exact"/>
        </dgm:presLayoutVars>
      </dgm:prSet>
      <dgm:spPr/>
    </dgm:pt>
    <dgm:pt modelId="{B0CE4C72-A986-432D-8091-81B4D68DEADC}" type="pres">
      <dgm:prSet presAssocID="{2D8575A5-227D-40E8-AA54-D717689FD42A}" presName="compNode" presStyleCnt="0"/>
      <dgm:spPr/>
    </dgm:pt>
    <dgm:pt modelId="{3263015D-F47D-44BE-9C94-4B4DB7BF969F}" type="pres">
      <dgm:prSet presAssocID="{2D8575A5-227D-40E8-AA54-D717689FD42A}" presName="bgRect" presStyleLbl="bgShp" presStyleIdx="0" presStyleCnt="4"/>
      <dgm:spPr/>
    </dgm:pt>
    <dgm:pt modelId="{63FB37F3-AD39-4C8D-96AA-058F039D0D08}" type="pres">
      <dgm:prSet presAssocID="{2D8575A5-227D-40E8-AA54-D717689FD42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5C95627-519E-4442-A878-FE52F69E9413}" type="pres">
      <dgm:prSet presAssocID="{2D8575A5-227D-40E8-AA54-D717689FD42A}" presName="spaceRect" presStyleCnt="0"/>
      <dgm:spPr/>
    </dgm:pt>
    <dgm:pt modelId="{941677BE-3EBC-4EAE-BF6C-9A3F80377B53}" type="pres">
      <dgm:prSet presAssocID="{2D8575A5-227D-40E8-AA54-D717689FD42A}" presName="parTx" presStyleLbl="revTx" presStyleIdx="0" presStyleCnt="4">
        <dgm:presLayoutVars>
          <dgm:chMax val="0"/>
          <dgm:chPref val="0"/>
        </dgm:presLayoutVars>
      </dgm:prSet>
      <dgm:spPr/>
    </dgm:pt>
    <dgm:pt modelId="{A7ED9B11-08C9-4332-B75F-9C887C8F1238}" type="pres">
      <dgm:prSet presAssocID="{993F7193-879C-4893-AD65-904AE0AE32D3}" presName="sibTrans" presStyleCnt="0"/>
      <dgm:spPr/>
    </dgm:pt>
    <dgm:pt modelId="{99EC4CB2-8C85-482F-A8A7-796EE007DBCA}" type="pres">
      <dgm:prSet presAssocID="{0CE1FF59-B335-4C0F-BFEC-65AEB7882F79}" presName="compNode" presStyleCnt="0"/>
      <dgm:spPr/>
    </dgm:pt>
    <dgm:pt modelId="{4747D59C-246C-4B2D-BFC8-7728F3D28AB6}" type="pres">
      <dgm:prSet presAssocID="{0CE1FF59-B335-4C0F-BFEC-65AEB7882F79}" presName="bgRect" presStyleLbl="bgShp" presStyleIdx="1" presStyleCnt="4"/>
      <dgm:spPr/>
    </dgm:pt>
    <dgm:pt modelId="{57C9292A-6AF1-4D9E-848D-501BC1BF90C4}" type="pres">
      <dgm:prSet presAssocID="{0CE1FF59-B335-4C0F-BFEC-65AEB7882F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119B41A-9036-4F3F-BD6C-10BC687B8439}" type="pres">
      <dgm:prSet presAssocID="{0CE1FF59-B335-4C0F-BFEC-65AEB7882F79}" presName="spaceRect" presStyleCnt="0"/>
      <dgm:spPr/>
    </dgm:pt>
    <dgm:pt modelId="{6F052A17-6D80-465A-B623-D134502DE21E}" type="pres">
      <dgm:prSet presAssocID="{0CE1FF59-B335-4C0F-BFEC-65AEB7882F79}" presName="parTx" presStyleLbl="revTx" presStyleIdx="1" presStyleCnt="4">
        <dgm:presLayoutVars>
          <dgm:chMax val="0"/>
          <dgm:chPref val="0"/>
        </dgm:presLayoutVars>
      </dgm:prSet>
      <dgm:spPr/>
    </dgm:pt>
    <dgm:pt modelId="{4AB7C39E-295B-44DA-9D3D-8B27BEB939FC}" type="pres">
      <dgm:prSet presAssocID="{6E9E429E-4107-4E52-95D2-22B70E7A7664}" presName="sibTrans" presStyleCnt="0"/>
      <dgm:spPr/>
    </dgm:pt>
    <dgm:pt modelId="{6D7CC0BF-A779-467A-A2E2-08801BC3236C}" type="pres">
      <dgm:prSet presAssocID="{570D3B7E-26F1-42A1-837B-7A088C9101DC}" presName="compNode" presStyleCnt="0"/>
      <dgm:spPr/>
    </dgm:pt>
    <dgm:pt modelId="{7594EA17-4A9A-48FE-A5A8-CBD9C74F184F}" type="pres">
      <dgm:prSet presAssocID="{570D3B7E-26F1-42A1-837B-7A088C9101DC}" presName="bgRect" presStyleLbl="bgShp" presStyleIdx="2" presStyleCnt="4"/>
      <dgm:spPr/>
    </dgm:pt>
    <dgm:pt modelId="{E3373985-BDB2-457F-BBAF-FD533D3C8A20}" type="pres">
      <dgm:prSet presAssocID="{570D3B7E-26F1-42A1-837B-7A088C9101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36EC060-DB2C-4333-A99A-F70C9491067F}" type="pres">
      <dgm:prSet presAssocID="{570D3B7E-26F1-42A1-837B-7A088C9101DC}" presName="spaceRect" presStyleCnt="0"/>
      <dgm:spPr/>
    </dgm:pt>
    <dgm:pt modelId="{F2DAC01D-AB2F-4964-B455-84557D352A8F}" type="pres">
      <dgm:prSet presAssocID="{570D3B7E-26F1-42A1-837B-7A088C9101DC}" presName="parTx" presStyleLbl="revTx" presStyleIdx="2" presStyleCnt="4">
        <dgm:presLayoutVars>
          <dgm:chMax val="0"/>
          <dgm:chPref val="0"/>
        </dgm:presLayoutVars>
      </dgm:prSet>
      <dgm:spPr/>
    </dgm:pt>
    <dgm:pt modelId="{EC5B40B5-1A18-4138-9058-AC633AB839E0}" type="pres">
      <dgm:prSet presAssocID="{0E528171-2B86-4512-8E93-FC87884E6CAB}" presName="sibTrans" presStyleCnt="0"/>
      <dgm:spPr/>
    </dgm:pt>
    <dgm:pt modelId="{458D889D-446A-46BA-B743-4A56F38668AA}" type="pres">
      <dgm:prSet presAssocID="{1F2642DC-E7FE-431C-9E9A-0C7209AE4EE6}" presName="compNode" presStyleCnt="0"/>
      <dgm:spPr/>
    </dgm:pt>
    <dgm:pt modelId="{E8B1F38B-006A-424D-A64E-6BBDD42C56DC}" type="pres">
      <dgm:prSet presAssocID="{1F2642DC-E7FE-431C-9E9A-0C7209AE4EE6}" presName="bgRect" presStyleLbl="bgShp" presStyleIdx="3" presStyleCnt="4"/>
      <dgm:spPr/>
    </dgm:pt>
    <dgm:pt modelId="{15394226-95E7-49ED-8DDD-8BA0DCB278B3}" type="pres">
      <dgm:prSet presAssocID="{1F2642DC-E7FE-431C-9E9A-0C7209AE4E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2AF80BB-7D4C-4BC0-BC9A-01D08BA3071D}" type="pres">
      <dgm:prSet presAssocID="{1F2642DC-E7FE-431C-9E9A-0C7209AE4EE6}" presName="spaceRect" presStyleCnt="0"/>
      <dgm:spPr/>
    </dgm:pt>
    <dgm:pt modelId="{CA6008B8-8DE3-4EA2-B74A-9BC09699D2BD}" type="pres">
      <dgm:prSet presAssocID="{1F2642DC-E7FE-431C-9E9A-0C7209AE4E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8462424-5F80-4705-9B14-619CA2BA50DC}" type="presOf" srcId="{570D3B7E-26F1-42A1-837B-7A088C9101DC}" destId="{F2DAC01D-AB2F-4964-B455-84557D352A8F}" srcOrd="0" destOrd="0" presId="urn:microsoft.com/office/officeart/2018/2/layout/IconVerticalSolidList"/>
    <dgm:cxn modelId="{B173B22B-ACC6-49B5-9701-EBE00C0075E8}" type="presOf" srcId="{2D8575A5-227D-40E8-AA54-D717689FD42A}" destId="{941677BE-3EBC-4EAE-BF6C-9A3F80377B53}" srcOrd="0" destOrd="0" presId="urn:microsoft.com/office/officeart/2018/2/layout/IconVerticalSolidList"/>
    <dgm:cxn modelId="{52654634-299B-480C-A41A-4CE7993AF154}" type="presOf" srcId="{0CE1FF59-B335-4C0F-BFEC-65AEB7882F79}" destId="{6F052A17-6D80-465A-B623-D134502DE21E}" srcOrd="0" destOrd="0" presId="urn:microsoft.com/office/officeart/2018/2/layout/IconVerticalSolidList"/>
    <dgm:cxn modelId="{91E51C4A-1830-42DA-B19B-254182C3E873}" srcId="{A5F623F8-7CDC-4DB7-AD61-869B45A6E3E5}" destId="{2D8575A5-227D-40E8-AA54-D717689FD42A}" srcOrd="0" destOrd="0" parTransId="{C251B97F-A6BF-4E62-88DC-728F6F5AA2A4}" sibTransId="{993F7193-879C-4893-AD65-904AE0AE32D3}"/>
    <dgm:cxn modelId="{3EC5F655-56DA-4560-824E-2E2D22F57CF8}" srcId="{A5F623F8-7CDC-4DB7-AD61-869B45A6E3E5}" destId="{0CE1FF59-B335-4C0F-BFEC-65AEB7882F79}" srcOrd="1" destOrd="0" parTransId="{632A4C41-D5B9-4E75-8E46-837691F910AB}" sibTransId="{6E9E429E-4107-4E52-95D2-22B70E7A7664}"/>
    <dgm:cxn modelId="{41DCD059-FEB0-4EDC-8C35-9799EED9A7B1}" srcId="{A5F623F8-7CDC-4DB7-AD61-869B45A6E3E5}" destId="{570D3B7E-26F1-42A1-837B-7A088C9101DC}" srcOrd="2" destOrd="0" parTransId="{1D400693-F773-45B6-8387-13B9ACAAD0BC}" sibTransId="{0E528171-2B86-4512-8E93-FC87884E6CAB}"/>
    <dgm:cxn modelId="{C161AA94-F3AF-43B6-A1A5-AE9F4A329B2B}" type="presOf" srcId="{1F2642DC-E7FE-431C-9E9A-0C7209AE4EE6}" destId="{CA6008B8-8DE3-4EA2-B74A-9BC09699D2BD}" srcOrd="0" destOrd="0" presId="urn:microsoft.com/office/officeart/2018/2/layout/IconVerticalSolidList"/>
    <dgm:cxn modelId="{34B4D9B6-A3C9-4A50-8E8C-35588DC7E9DC}" type="presOf" srcId="{A5F623F8-7CDC-4DB7-AD61-869B45A6E3E5}" destId="{9C71B2F0-93E1-45BD-93AB-108E51851E1C}" srcOrd="0" destOrd="0" presId="urn:microsoft.com/office/officeart/2018/2/layout/IconVerticalSolidList"/>
    <dgm:cxn modelId="{B6FE1FFE-050C-408E-B7F4-9A45A03E7DA1}" srcId="{A5F623F8-7CDC-4DB7-AD61-869B45A6E3E5}" destId="{1F2642DC-E7FE-431C-9E9A-0C7209AE4EE6}" srcOrd="3" destOrd="0" parTransId="{F7FA70E1-083C-48D9-8990-7FF98A953A71}" sibTransId="{63C8E7D7-D75B-427F-A74F-9779223B043F}"/>
    <dgm:cxn modelId="{2CE98793-79ED-49D9-B715-371682F65394}" type="presParOf" srcId="{9C71B2F0-93E1-45BD-93AB-108E51851E1C}" destId="{B0CE4C72-A986-432D-8091-81B4D68DEADC}" srcOrd="0" destOrd="0" presId="urn:microsoft.com/office/officeart/2018/2/layout/IconVerticalSolidList"/>
    <dgm:cxn modelId="{00DFC4AB-7F75-4EFE-B68D-A2D88F3FAAF5}" type="presParOf" srcId="{B0CE4C72-A986-432D-8091-81B4D68DEADC}" destId="{3263015D-F47D-44BE-9C94-4B4DB7BF969F}" srcOrd="0" destOrd="0" presId="urn:microsoft.com/office/officeart/2018/2/layout/IconVerticalSolidList"/>
    <dgm:cxn modelId="{67781478-96D3-4588-AC82-F37248AEC66F}" type="presParOf" srcId="{B0CE4C72-A986-432D-8091-81B4D68DEADC}" destId="{63FB37F3-AD39-4C8D-96AA-058F039D0D08}" srcOrd="1" destOrd="0" presId="urn:microsoft.com/office/officeart/2018/2/layout/IconVerticalSolidList"/>
    <dgm:cxn modelId="{5A32500B-74CC-48A9-B260-D2C23445C3DD}" type="presParOf" srcId="{B0CE4C72-A986-432D-8091-81B4D68DEADC}" destId="{B5C95627-519E-4442-A878-FE52F69E9413}" srcOrd="2" destOrd="0" presId="urn:microsoft.com/office/officeart/2018/2/layout/IconVerticalSolidList"/>
    <dgm:cxn modelId="{95A4D6B3-F059-4CEE-BD6C-65304267125F}" type="presParOf" srcId="{B0CE4C72-A986-432D-8091-81B4D68DEADC}" destId="{941677BE-3EBC-4EAE-BF6C-9A3F80377B53}" srcOrd="3" destOrd="0" presId="urn:microsoft.com/office/officeart/2018/2/layout/IconVerticalSolidList"/>
    <dgm:cxn modelId="{337AE348-A93E-4673-990E-7EA652D98B0B}" type="presParOf" srcId="{9C71B2F0-93E1-45BD-93AB-108E51851E1C}" destId="{A7ED9B11-08C9-4332-B75F-9C887C8F1238}" srcOrd="1" destOrd="0" presId="urn:microsoft.com/office/officeart/2018/2/layout/IconVerticalSolidList"/>
    <dgm:cxn modelId="{FF930749-0F93-4764-949C-698501382F88}" type="presParOf" srcId="{9C71B2F0-93E1-45BD-93AB-108E51851E1C}" destId="{99EC4CB2-8C85-482F-A8A7-796EE007DBCA}" srcOrd="2" destOrd="0" presId="urn:microsoft.com/office/officeart/2018/2/layout/IconVerticalSolidList"/>
    <dgm:cxn modelId="{BB122521-E2E0-459D-872B-9D0461429B28}" type="presParOf" srcId="{99EC4CB2-8C85-482F-A8A7-796EE007DBCA}" destId="{4747D59C-246C-4B2D-BFC8-7728F3D28AB6}" srcOrd="0" destOrd="0" presId="urn:microsoft.com/office/officeart/2018/2/layout/IconVerticalSolidList"/>
    <dgm:cxn modelId="{0313EF4F-88BE-4399-A1D8-E2BAF5EE608E}" type="presParOf" srcId="{99EC4CB2-8C85-482F-A8A7-796EE007DBCA}" destId="{57C9292A-6AF1-4D9E-848D-501BC1BF90C4}" srcOrd="1" destOrd="0" presId="urn:microsoft.com/office/officeart/2018/2/layout/IconVerticalSolidList"/>
    <dgm:cxn modelId="{D797144F-9976-49DD-99F5-52816A63C841}" type="presParOf" srcId="{99EC4CB2-8C85-482F-A8A7-796EE007DBCA}" destId="{0119B41A-9036-4F3F-BD6C-10BC687B8439}" srcOrd="2" destOrd="0" presId="urn:microsoft.com/office/officeart/2018/2/layout/IconVerticalSolidList"/>
    <dgm:cxn modelId="{65722D38-F866-4350-9805-260A6850C9F1}" type="presParOf" srcId="{99EC4CB2-8C85-482F-A8A7-796EE007DBCA}" destId="{6F052A17-6D80-465A-B623-D134502DE21E}" srcOrd="3" destOrd="0" presId="urn:microsoft.com/office/officeart/2018/2/layout/IconVerticalSolidList"/>
    <dgm:cxn modelId="{A428649E-5A08-4E74-B142-E3C8CDA41871}" type="presParOf" srcId="{9C71B2F0-93E1-45BD-93AB-108E51851E1C}" destId="{4AB7C39E-295B-44DA-9D3D-8B27BEB939FC}" srcOrd="3" destOrd="0" presId="urn:microsoft.com/office/officeart/2018/2/layout/IconVerticalSolidList"/>
    <dgm:cxn modelId="{F1E1DDF2-CDAD-442D-9586-B48231A74ADA}" type="presParOf" srcId="{9C71B2F0-93E1-45BD-93AB-108E51851E1C}" destId="{6D7CC0BF-A779-467A-A2E2-08801BC3236C}" srcOrd="4" destOrd="0" presId="urn:microsoft.com/office/officeart/2018/2/layout/IconVerticalSolidList"/>
    <dgm:cxn modelId="{3FA3E84E-FA18-4A99-A23C-EA25B3C45E2B}" type="presParOf" srcId="{6D7CC0BF-A779-467A-A2E2-08801BC3236C}" destId="{7594EA17-4A9A-48FE-A5A8-CBD9C74F184F}" srcOrd="0" destOrd="0" presId="urn:microsoft.com/office/officeart/2018/2/layout/IconVerticalSolidList"/>
    <dgm:cxn modelId="{19AB7C7E-25DA-46E7-BC05-3503CB08DCD2}" type="presParOf" srcId="{6D7CC0BF-A779-467A-A2E2-08801BC3236C}" destId="{E3373985-BDB2-457F-BBAF-FD533D3C8A20}" srcOrd="1" destOrd="0" presId="urn:microsoft.com/office/officeart/2018/2/layout/IconVerticalSolidList"/>
    <dgm:cxn modelId="{C69BAEDF-93E4-435D-B3BB-C141D4646E13}" type="presParOf" srcId="{6D7CC0BF-A779-467A-A2E2-08801BC3236C}" destId="{736EC060-DB2C-4333-A99A-F70C9491067F}" srcOrd="2" destOrd="0" presId="urn:microsoft.com/office/officeart/2018/2/layout/IconVerticalSolidList"/>
    <dgm:cxn modelId="{1D6AA585-1A8D-4C43-841F-67AA63DB8870}" type="presParOf" srcId="{6D7CC0BF-A779-467A-A2E2-08801BC3236C}" destId="{F2DAC01D-AB2F-4964-B455-84557D352A8F}" srcOrd="3" destOrd="0" presId="urn:microsoft.com/office/officeart/2018/2/layout/IconVerticalSolidList"/>
    <dgm:cxn modelId="{A51C7EEE-179D-4457-B742-2CAC72CFC8CF}" type="presParOf" srcId="{9C71B2F0-93E1-45BD-93AB-108E51851E1C}" destId="{EC5B40B5-1A18-4138-9058-AC633AB839E0}" srcOrd="5" destOrd="0" presId="urn:microsoft.com/office/officeart/2018/2/layout/IconVerticalSolidList"/>
    <dgm:cxn modelId="{903E3CFE-0E37-4AC8-B513-725F7FFF142C}" type="presParOf" srcId="{9C71B2F0-93E1-45BD-93AB-108E51851E1C}" destId="{458D889D-446A-46BA-B743-4A56F38668AA}" srcOrd="6" destOrd="0" presId="urn:microsoft.com/office/officeart/2018/2/layout/IconVerticalSolidList"/>
    <dgm:cxn modelId="{A646B0D3-0C3C-4C18-9916-893AE3568A83}" type="presParOf" srcId="{458D889D-446A-46BA-B743-4A56F38668AA}" destId="{E8B1F38B-006A-424D-A64E-6BBDD42C56DC}" srcOrd="0" destOrd="0" presId="urn:microsoft.com/office/officeart/2018/2/layout/IconVerticalSolidList"/>
    <dgm:cxn modelId="{4D9A83F4-3E67-49EF-BB4E-9E6D04D7FB6E}" type="presParOf" srcId="{458D889D-446A-46BA-B743-4A56F38668AA}" destId="{15394226-95E7-49ED-8DDD-8BA0DCB278B3}" srcOrd="1" destOrd="0" presId="urn:microsoft.com/office/officeart/2018/2/layout/IconVerticalSolidList"/>
    <dgm:cxn modelId="{F2635001-1977-4816-9333-656740637673}" type="presParOf" srcId="{458D889D-446A-46BA-B743-4A56F38668AA}" destId="{22AF80BB-7D4C-4BC0-BC9A-01D08BA3071D}" srcOrd="2" destOrd="0" presId="urn:microsoft.com/office/officeart/2018/2/layout/IconVerticalSolidList"/>
    <dgm:cxn modelId="{455EA5F1-CA3F-4264-ABA4-89B4A223E02A}" type="presParOf" srcId="{458D889D-446A-46BA-B743-4A56F38668AA}" destId="{CA6008B8-8DE3-4EA2-B74A-9BC09699D2B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301093-1794-4214-BED8-094D67C82D71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FE0D90-5A76-4ABD-B05A-CB964229CE85}">
      <dgm:prSet/>
      <dgm:spPr/>
      <dgm:t>
        <a:bodyPr/>
        <a:lstStyle/>
        <a:p>
          <a:r>
            <a:rPr lang="en-US" dirty="0" err="1"/>
            <a:t>Contenedor</a:t>
          </a:r>
          <a:r>
            <a:rPr lang="en-US" dirty="0"/>
            <a:t> Docker - Airflow</a:t>
          </a:r>
        </a:p>
      </dgm:t>
    </dgm:pt>
    <dgm:pt modelId="{49032A29-D9FA-4BBD-9037-CF7DB6BA51FA}" type="parTrans" cxnId="{CF23CBFC-E9CB-4CA9-B6BB-11AF2B1896A0}">
      <dgm:prSet/>
      <dgm:spPr/>
      <dgm:t>
        <a:bodyPr/>
        <a:lstStyle/>
        <a:p>
          <a:endParaRPr lang="en-US"/>
        </a:p>
      </dgm:t>
    </dgm:pt>
    <dgm:pt modelId="{EC6E3D4D-5FBB-442A-A9E3-368E73376CA4}" type="sibTrans" cxnId="{CF23CBFC-E9CB-4CA9-B6BB-11AF2B1896A0}">
      <dgm:prSet/>
      <dgm:spPr/>
      <dgm:t>
        <a:bodyPr/>
        <a:lstStyle/>
        <a:p>
          <a:endParaRPr lang="en-US"/>
        </a:p>
      </dgm:t>
    </dgm:pt>
    <dgm:pt modelId="{36B2CA39-A12C-4058-B4A6-04D9CB8C569C}">
      <dgm:prSet/>
      <dgm:spPr/>
      <dgm:t>
        <a:bodyPr/>
        <a:lstStyle/>
        <a:p>
          <a:r>
            <a:rPr lang="en-US"/>
            <a:t>Imagen: Python 3.11 + Airflow 2.8.1</a:t>
          </a:r>
        </a:p>
      </dgm:t>
    </dgm:pt>
    <dgm:pt modelId="{6848C7E4-4D56-4674-A100-9FBC77C998BD}" type="parTrans" cxnId="{F98E6C6E-74B0-4F75-BD13-B991145B5045}">
      <dgm:prSet/>
      <dgm:spPr/>
      <dgm:t>
        <a:bodyPr/>
        <a:lstStyle/>
        <a:p>
          <a:endParaRPr lang="en-US"/>
        </a:p>
      </dgm:t>
    </dgm:pt>
    <dgm:pt modelId="{C98B564F-8D2E-4FC0-B237-C539CAF19B84}" type="sibTrans" cxnId="{F98E6C6E-74B0-4F75-BD13-B991145B5045}">
      <dgm:prSet/>
      <dgm:spPr/>
      <dgm:t>
        <a:bodyPr/>
        <a:lstStyle/>
        <a:p>
          <a:endParaRPr lang="en-US"/>
        </a:p>
      </dgm:t>
    </dgm:pt>
    <dgm:pt modelId="{311F3CB9-0A1D-4B88-907E-A6114552A73A}">
      <dgm:prSet/>
      <dgm:spPr/>
      <dgm:t>
        <a:bodyPr/>
        <a:lstStyle/>
        <a:p>
          <a:r>
            <a:rPr lang="en-US" dirty="0" err="1"/>
            <a:t>Librerías</a:t>
          </a:r>
          <a:r>
            <a:rPr lang="en-US" dirty="0"/>
            <a:t>: </a:t>
          </a:r>
          <a:r>
            <a:rPr lang="en-US" dirty="0" err="1"/>
            <a:t>PyTorch</a:t>
          </a:r>
          <a:r>
            <a:rPr lang="en-US" dirty="0"/>
            <a:t> CPU, OpenCV, NumPy</a:t>
          </a:r>
        </a:p>
      </dgm:t>
    </dgm:pt>
    <dgm:pt modelId="{64F8BA1A-9178-416F-B953-AF412DE159C3}" type="parTrans" cxnId="{77864957-CA55-49C1-BA84-E97C0115D9CE}">
      <dgm:prSet/>
      <dgm:spPr/>
      <dgm:t>
        <a:bodyPr/>
        <a:lstStyle/>
        <a:p>
          <a:endParaRPr lang="en-US"/>
        </a:p>
      </dgm:t>
    </dgm:pt>
    <dgm:pt modelId="{CCD0EC01-D85D-45E8-8B65-581577CC409A}" type="sibTrans" cxnId="{77864957-CA55-49C1-BA84-E97C0115D9CE}">
      <dgm:prSet/>
      <dgm:spPr/>
      <dgm:t>
        <a:bodyPr/>
        <a:lstStyle/>
        <a:p>
          <a:endParaRPr lang="en-US"/>
        </a:p>
      </dgm:t>
    </dgm:pt>
    <dgm:pt modelId="{2EC59CDE-50AB-4AA7-9E2E-AB551754963B}">
      <dgm:prSet/>
      <dgm:spPr/>
      <dgm:t>
        <a:bodyPr/>
        <a:lstStyle/>
        <a:p>
          <a:r>
            <a:rPr lang="en-US" dirty="0"/>
            <a:t>Puerto: 8080 (Airflow Web UI + API)</a:t>
          </a:r>
        </a:p>
      </dgm:t>
    </dgm:pt>
    <dgm:pt modelId="{9FBE5DE4-C859-4273-8E43-74B39F44413B}" type="parTrans" cxnId="{F736C6BC-6FA8-4028-AAD1-16E76F0E9F20}">
      <dgm:prSet/>
      <dgm:spPr/>
      <dgm:t>
        <a:bodyPr/>
        <a:lstStyle/>
        <a:p>
          <a:endParaRPr lang="en-US"/>
        </a:p>
      </dgm:t>
    </dgm:pt>
    <dgm:pt modelId="{3FB3DDF2-2A60-4242-A44A-320AF75CDCC6}" type="sibTrans" cxnId="{F736C6BC-6FA8-4028-AAD1-16E76F0E9F20}">
      <dgm:prSet/>
      <dgm:spPr/>
      <dgm:t>
        <a:bodyPr/>
        <a:lstStyle/>
        <a:p>
          <a:endParaRPr lang="en-US"/>
        </a:p>
      </dgm:t>
    </dgm:pt>
    <dgm:pt modelId="{2479D6C0-FAD0-4391-931F-D4317CE707DA}">
      <dgm:prSet/>
      <dgm:spPr/>
      <dgm:t>
        <a:bodyPr/>
        <a:lstStyle/>
        <a:p>
          <a:r>
            <a:rPr lang="en-US" dirty="0" err="1"/>
            <a:t>Volumen</a:t>
          </a:r>
          <a:r>
            <a:rPr lang="en-US" dirty="0"/>
            <a:t>: ./data:/opt/airflow/data</a:t>
          </a:r>
        </a:p>
      </dgm:t>
    </dgm:pt>
    <dgm:pt modelId="{C6303AAA-1533-42AA-B991-0BF2B04DEB14}" type="parTrans" cxnId="{E65EC108-DF13-46C3-A5DE-9EB090D4653F}">
      <dgm:prSet/>
      <dgm:spPr/>
      <dgm:t>
        <a:bodyPr/>
        <a:lstStyle/>
        <a:p>
          <a:endParaRPr lang="en-US"/>
        </a:p>
      </dgm:t>
    </dgm:pt>
    <dgm:pt modelId="{10301101-9117-4ADF-BEC3-F45D07092429}" type="sibTrans" cxnId="{E65EC108-DF13-46C3-A5DE-9EB090D4653F}">
      <dgm:prSet/>
      <dgm:spPr/>
      <dgm:t>
        <a:bodyPr/>
        <a:lstStyle/>
        <a:p>
          <a:endParaRPr lang="en-US"/>
        </a:p>
      </dgm:t>
    </dgm:pt>
    <dgm:pt modelId="{09613CD5-375D-41DD-9767-DE7207B7BB30}">
      <dgm:prSet/>
      <dgm:spPr/>
      <dgm:t>
        <a:bodyPr/>
        <a:lstStyle/>
        <a:p>
          <a:r>
            <a:rPr lang="en-US" dirty="0" err="1"/>
            <a:t>Aplicación</a:t>
          </a:r>
          <a:r>
            <a:rPr lang="en-US" dirty="0"/>
            <a:t> </a:t>
          </a:r>
          <a:r>
            <a:rPr lang="en-US" dirty="0" err="1"/>
            <a:t>Streamlit</a:t>
          </a:r>
          <a:r>
            <a:rPr lang="en-US" dirty="0"/>
            <a:t> (Local)</a:t>
          </a:r>
        </a:p>
      </dgm:t>
    </dgm:pt>
    <dgm:pt modelId="{592B7A88-5CBF-4A74-85D5-12A1B46CF392}" type="parTrans" cxnId="{35DE7F81-10AE-4409-A29D-6A810EAE5F33}">
      <dgm:prSet/>
      <dgm:spPr/>
      <dgm:t>
        <a:bodyPr/>
        <a:lstStyle/>
        <a:p>
          <a:endParaRPr lang="en-US"/>
        </a:p>
      </dgm:t>
    </dgm:pt>
    <dgm:pt modelId="{D4B4BB4E-55B8-42B7-B416-08DA282A249B}" type="sibTrans" cxnId="{35DE7F81-10AE-4409-A29D-6A810EAE5F33}">
      <dgm:prSet/>
      <dgm:spPr/>
      <dgm:t>
        <a:bodyPr/>
        <a:lstStyle/>
        <a:p>
          <a:endParaRPr lang="en-US"/>
        </a:p>
      </dgm:t>
    </dgm:pt>
    <dgm:pt modelId="{0E8CF29C-47B6-40AD-8456-A41D343A0A03}">
      <dgm:prSet/>
      <dgm:spPr/>
      <dgm:t>
        <a:bodyPr/>
        <a:lstStyle/>
        <a:p>
          <a:r>
            <a:rPr lang="en-US" dirty="0"/>
            <a:t>Se </a:t>
          </a:r>
          <a:r>
            <a:rPr lang="en-US" dirty="0" err="1"/>
            <a:t>ejecuta</a:t>
          </a:r>
          <a:r>
            <a:rPr lang="en-US" dirty="0"/>
            <a:t> fuera del </a:t>
          </a:r>
          <a:r>
            <a:rPr lang="en-US" dirty="0" err="1"/>
            <a:t>contenedor</a:t>
          </a:r>
          <a:endParaRPr lang="en-US" dirty="0"/>
        </a:p>
      </dgm:t>
    </dgm:pt>
    <dgm:pt modelId="{66963CB0-B819-4F6E-A0EB-76DB0E471B49}" type="parTrans" cxnId="{EA3B7C17-C25C-4A37-A4A5-5C74202D2DA9}">
      <dgm:prSet/>
      <dgm:spPr/>
      <dgm:t>
        <a:bodyPr/>
        <a:lstStyle/>
        <a:p>
          <a:endParaRPr lang="en-US"/>
        </a:p>
      </dgm:t>
    </dgm:pt>
    <dgm:pt modelId="{92BEC4FD-3665-472B-B1AC-AB3BF446ECAB}" type="sibTrans" cxnId="{EA3B7C17-C25C-4A37-A4A5-5C74202D2DA9}">
      <dgm:prSet/>
      <dgm:spPr/>
      <dgm:t>
        <a:bodyPr/>
        <a:lstStyle/>
        <a:p>
          <a:endParaRPr lang="en-US"/>
        </a:p>
      </dgm:t>
    </dgm:pt>
    <dgm:pt modelId="{40F15338-520A-45EA-BBCB-FAD69EDF98C0}">
      <dgm:prSet/>
      <dgm:spPr/>
      <dgm:t>
        <a:bodyPr/>
        <a:lstStyle/>
        <a:p>
          <a:r>
            <a:rPr lang="en-US"/>
            <a:t>Consume API REST de Airflow</a:t>
          </a:r>
        </a:p>
      </dgm:t>
    </dgm:pt>
    <dgm:pt modelId="{02D497B5-6E27-4BDE-AC3F-A33B0C1A2D82}" type="parTrans" cxnId="{D85302D5-ECCD-43B4-B11C-3BD1D5AA5A65}">
      <dgm:prSet/>
      <dgm:spPr/>
      <dgm:t>
        <a:bodyPr/>
        <a:lstStyle/>
        <a:p>
          <a:endParaRPr lang="en-US"/>
        </a:p>
      </dgm:t>
    </dgm:pt>
    <dgm:pt modelId="{CAE5A33D-16B8-4DC2-9338-EED4C5F1B73A}" type="sibTrans" cxnId="{D85302D5-ECCD-43B4-B11C-3BD1D5AA5A65}">
      <dgm:prSet/>
      <dgm:spPr/>
      <dgm:t>
        <a:bodyPr/>
        <a:lstStyle/>
        <a:p>
          <a:endParaRPr lang="en-US"/>
        </a:p>
      </dgm:t>
    </dgm:pt>
    <dgm:pt modelId="{B6651319-36B2-4122-B9BD-C5E78A4CCFF3}">
      <dgm:prSet/>
      <dgm:spPr/>
      <dgm:t>
        <a:bodyPr/>
        <a:lstStyle/>
        <a:p>
          <a:r>
            <a:rPr lang="en-US" dirty="0"/>
            <a:t>Lee/escribe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carpeta</a:t>
          </a:r>
          <a:r>
            <a:rPr lang="en-US" dirty="0"/>
            <a:t> data/ </a:t>
          </a:r>
          <a:r>
            <a:rPr lang="en-US" dirty="0" err="1"/>
            <a:t>compartida</a:t>
          </a:r>
          <a:endParaRPr lang="en-US" dirty="0"/>
        </a:p>
      </dgm:t>
    </dgm:pt>
    <dgm:pt modelId="{F845A7CD-5169-46BD-ADA3-6A851F68F644}" type="parTrans" cxnId="{7B8D13C5-0481-4C66-B5BE-92043F28766F}">
      <dgm:prSet/>
      <dgm:spPr/>
      <dgm:t>
        <a:bodyPr/>
        <a:lstStyle/>
        <a:p>
          <a:endParaRPr lang="en-US"/>
        </a:p>
      </dgm:t>
    </dgm:pt>
    <dgm:pt modelId="{5379AEB9-508E-4C40-AB31-FD932C7F87A8}" type="sibTrans" cxnId="{7B8D13C5-0481-4C66-B5BE-92043F28766F}">
      <dgm:prSet/>
      <dgm:spPr/>
      <dgm:t>
        <a:bodyPr/>
        <a:lstStyle/>
        <a:p>
          <a:endParaRPr lang="en-US"/>
        </a:p>
      </dgm:t>
    </dgm:pt>
    <dgm:pt modelId="{FA2E11CB-A34B-4D79-9D3D-31C834F3719D}">
      <dgm:prSet/>
      <dgm:spPr/>
      <dgm:t>
        <a:bodyPr/>
        <a:lstStyle/>
        <a:p>
          <a:r>
            <a:rPr lang="en-US" dirty="0" err="1"/>
            <a:t>Interfaz</a:t>
          </a:r>
          <a:r>
            <a:rPr lang="en-US" dirty="0"/>
            <a:t> web para </a:t>
          </a:r>
          <a:r>
            <a:rPr lang="en-US" dirty="0" err="1"/>
            <a:t>usuarios</a:t>
          </a:r>
          <a:r>
            <a:rPr lang="en-US" dirty="0"/>
            <a:t> finales</a:t>
          </a:r>
        </a:p>
      </dgm:t>
    </dgm:pt>
    <dgm:pt modelId="{FAB4BCE3-E956-4F46-A12A-055D6B37D1C2}" type="parTrans" cxnId="{0A09033B-B27A-4048-91D7-8F75A5E607EB}">
      <dgm:prSet/>
      <dgm:spPr/>
      <dgm:t>
        <a:bodyPr/>
        <a:lstStyle/>
        <a:p>
          <a:endParaRPr lang="en-US"/>
        </a:p>
      </dgm:t>
    </dgm:pt>
    <dgm:pt modelId="{BB08D2D2-CE99-4BCB-889E-5E96D4018DC3}" type="sibTrans" cxnId="{0A09033B-B27A-4048-91D7-8F75A5E607EB}">
      <dgm:prSet/>
      <dgm:spPr/>
      <dgm:t>
        <a:bodyPr/>
        <a:lstStyle/>
        <a:p>
          <a:endParaRPr lang="en-US"/>
        </a:p>
      </dgm:t>
    </dgm:pt>
    <dgm:pt modelId="{299769C6-3D6C-4879-834A-29F1A70D25CD}" type="pres">
      <dgm:prSet presAssocID="{83301093-1794-4214-BED8-094D67C82D71}" presName="Name0" presStyleCnt="0">
        <dgm:presLayoutVars>
          <dgm:dir/>
          <dgm:animLvl val="lvl"/>
          <dgm:resizeHandles val="exact"/>
        </dgm:presLayoutVars>
      </dgm:prSet>
      <dgm:spPr/>
    </dgm:pt>
    <dgm:pt modelId="{00B490EF-5D13-41D8-BB17-5E4CA2073B52}" type="pres">
      <dgm:prSet presAssocID="{55FE0D90-5A76-4ABD-B05A-CB964229CE85}" presName="linNode" presStyleCnt="0"/>
      <dgm:spPr/>
    </dgm:pt>
    <dgm:pt modelId="{22F150B5-4D1D-418A-A821-BF1CF184205F}" type="pres">
      <dgm:prSet presAssocID="{55FE0D90-5A76-4ABD-B05A-CB964229CE8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778B6069-DA56-4E01-9E7E-C0FB293987E8}" type="pres">
      <dgm:prSet presAssocID="{55FE0D90-5A76-4ABD-B05A-CB964229CE85}" presName="descendantText" presStyleLbl="alignAccFollowNode1" presStyleIdx="0" presStyleCnt="2">
        <dgm:presLayoutVars>
          <dgm:bulletEnabled val="1"/>
        </dgm:presLayoutVars>
      </dgm:prSet>
      <dgm:spPr/>
    </dgm:pt>
    <dgm:pt modelId="{FF23567F-D3F1-4550-8666-DAA662A2B276}" type="pres">
      <dgm:prSet presAssocID="{EC6E3D4D-5FBB-442A-A9E3-368E73376CA4}" presName="sp" presStyleCnt="0"/>
      <dgm:spPr/>
    </dgm:pt>
    <dgm:pt modelId="{AFA6D524-5453-4032-B300-CFFDD02B684B}" type="pres">
      <dgm:prSet presAssocID="{09613CD5-375D-41DD-9767-DE7207B7BB30}" presName="linNode" presStyleCnt="0"/>
      <dgm:spPr/>
    </dgm:pt>
    <dgm:pt modelId="{B1097C26-2224-4F84-8E5F-A47F62C1E8C6}" type="pres">
      <dgm:prSet presAssocID="{09613CD5-375D-41DD-9767-DE7207B7BB3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D466D21-6A83-4719-B6F0-B2E776DD531C}" type="pres">
      <dgm:prSet presAssocID="{09613CD5-375D-41DD-9767-DE7207B7BB3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6272307-69D3-4323-97E4-84CC7D990ED3}" type="presOf" srcId="{09613CD5-375D-41DD-9767-DE7207B7BB30}" destId="{B1097C26-2224-4F84-8E5F-A47F62C1E8C6}" srcOrd="0" destOrd="0" presId="urn:microsoft.com/office/officeart/2005/8/layout/vList5"/>
    <dgm:cxn modelId="{E65EC108-DF13-46C3-A5DE-9EB090D4653F}" srcId="{55FE0D90-5A76-4ABD-B05A-CB964229CE85}" destId="{2479D6C0-FAD0-4391-931F-D4317CE707DA}" srcOrd="3" destOrd="0" parTransId="{C6303AAA-1533-42AA-B991-0BF2B04DEB14}" sibTransId="{10301101-9117-4ADF-BEC3-F45D07092429}"/>
    <dgm:cxn modelId="{EA3B7C17-C25C-4A37-A4A5-5C74202D2DA9}" srcId="{09613CD5-375D-41DD-9767-DE7207B7BB30}" destId="{0E8CF29C-47B6-40AD-8456-A41D343A0A03}" srcOrd="0" destOrd="0" parTransId="{66963CB0-B819-4F6E-A0EB-76DB0E471B49}" sibTransId="{92BEC4FD-3665-472B-B1AC-AB3BF446ECAB}"/>
    <dgm:cxn modelId="{FB5C5723-DB67-4100-A233-8F7788471829}" type="presOf" srcId="{83301093-1794-4214-BED8-094D67C82D71}" destId="{299769C6-3D6C-4879-834A-29F1A70D25CD}" srcOrd="0" destOrd="0" presId="urn:microsoft.com/office/officeart/2005/8/layout/vList5"/>
    <dgm:cxn modelId="{0A09033B-B27A-4048-91D7-8F75A5E607EB}" srcId="{09613CD5-375D-41DD-9767-DE7207B7BB30}" destId="{FA2E11CB-A34B-4D79-9D3D-31C834F3719D}" srcOrd="3" destOrd="0" parTransId="{FAB4BCE3-E956-4F46-A12A-055D6B37D1C2}" sibTransId="{BB08D2D2-CE99-4BCB-889E-5E96D4018DC3}"/>
    <dgm:cxn modelId="{6C9B423F-BCA1-40AE-BFAA-FFC8ABC6B3AD}" type="presOf" srcId="{311F3CB9-0A1D-4B88-907E-A6114552A73A}" destId="{778B6069-DA56-4E01-9E7E-C0FB293987E8}" srcOrd="0" destOrd="1" presId="urn:microsoft.com/office/officeart/2005/8/layout/vList5"/>
    <dgm:cxn modelId="{F98E6C6E-74B0-4F75-BD13-B991145B5045}" srcId="{55FE0D90-5A76-4ABD-B05A-CB964229CE85}" destId="{36B2CA39-A12C-4058-B4A6-04D9CB8C569C}" srcOrd="0" destOrd="0" parTransId="{6848C7E4-4D56-4674-A100-9FBC77C998BD}" sibTransId="{C98B564F-8D2E-4FC0-B237-C539CAF19B84}"/>
    <dgm:cxn modelId="{77864957-CA55-49C1-BA84-E97C0115D9CE}" srcId="{55FE0D90-5A76-4ABD-B05A-CB964229CE85}" destId="{311F3CB9-0A1D-4B88-907E-A6114552A73A}" srcOrd="1" destOrd="0" parTransId="{64F8BA1A-9178-416F-B953-AF412DE159C3}" sibTransId="{CCD0EC01-D85D-45E8-8B65-581577CC409A}"/>
    <dgm:cxn modelId="{9E4AB67F-FDED-4B94-A008-AB17E1990C78}" type="presOf" srcId="{40F15338-520A-45EA-BBCB-FAD69EDF98C0}" destId="{9D466D21-6A83-4719-B6F0-B2E776DD531C}" srcOrd="0" destOrd="1" presId="urn:microsoft.com/office/officeart/2005/8/layout/vList5"/>
    <dgm:cxn modelId="{35DE7F81-10AE-4409-A29D-6A810EAE5F33}" srcId="{83301093-1794-4214-BED8-094D67C82D71}" destId="{09613CD5-375D-41DD-9767-DE7207B7BB30}" srcOrd="1" destOrd="0" parTransId="{592B7A88-5CBF-4A74-85D5-12A1B46CF392}" sibTransId="{D4B4BB4E-55B8-42B7-B416-08DA282A249B}"/>
    <dgm:cxn modelId="{2B9F4E8F-EB33-4AE7-A83B-AEF695F766ED}" type="presOf" srcId="{B6651319-36B2-4122-B9BD-C5E78A4CCFF3}" destId="{9D466D21-6A83-4719-B6F0-B2E776DD531C}" srcOrd="0" destOrd="2" presId="urn:microsoft.com/office/officeart/2005/8/layout/vList5"/>
    <dgm:cxn modelId="{7CAD4E98-4BF9-486C-B2FC-8D1D779F289A}" type="presOf" srcId="{FA2E11CB-A34B-4D79-9D3D-31C834F3719D}" destId="{9D466D21-6A83-4719-B6F0-B2E776DD531C}" srcOrd="0" destOrd="3" presId="urn:microsoft.com/office/officeart/2005/8/layout/vList5"/>
    <dgm:cxn modelId="{6ACDFFA3-A97C-4922-980F-459E39F1DC31}" type="presOf" srcId="{36B2CA39-A12C-4058-B4A6-04D9CB8C569C}" destId="{778B6069-DA56-4E01-9E7E-C0FB293987E8}" srcOrd="0" destOrd="0" presId="urn:microsoft.com/office/officeart/2005/8/layout/vList5"/>
    <dgm:cxn modelId="{3A6292A5-2869-40D4-9CEC-18659D3BDDAE}" type="presOf" srcId="{2479D6C0-FAD0-4391-931F-D4317CE707DA}" destId="{778B6069-DA56-4E01-9E7E-C0FB293987E8}" srcOrd="0" destOrd="3" presId="urn:microsoft.com/office/officeart/2005/8/layout/vList5"/>
    <dgm:cxn modelId="{F736C6BC-6FA8-4028-AAD1-16E76F0E9F20}" srcId="{55FE0D90-5A76-4ABD-B05A-CB964229CE85}" destId="{2EC59CDE-50AB-4AA7-9E2E-AB551754963B}" srcOrd="2" destOrd="0" parTransId="{9FBE5DE4-C859-4273-8E43-74B39F44413B}" sibTransId="{3FB3DDF2-2A60-4242-A44A-320AF75CDCC6}"/>
    <dgm:cxn modelId="{4587CEC3-A5F6-45AD-8CE8-DBC0154AE48B}" type="presOf" srcId="{55FE0D90-5A76-4ABD-B05A-CB964229CE85}" destId="{22F150B5-4D1D-418A-A821-BF1CF184205F}" srcOrd="0" destOrd="0" presId="urn:microsoft.com/office/officeart/2005/8/layout/vList5"/>
    <dgm:cxn modelId="{7B8D13C5-0481-4C66-B5BE-92043F28766F}" srcId="{09613CD5-375D-41DD-9767-DE7207B7BB30}" destId="{B6651319-36B2-4122-B9BD-C5E78A4CCFF3}" srcOrd="2" destOrd="0" parTransId="{F845A7CD-5169-46BD-ADA3-6A851F68F644}" sibTransId="{5379AEB9-508E-4C40-AB31-FD932C7F87A8}"/>
    <dgm:cxn modelId="{D85302D5-ECCD-43B4-B11C-3BD1D5AA5A65}" srcId="{09613CD5-375D-41DD-9767-DE7207B7BB30}" destId="{40F15338-520A-45EA-BBCB-FAD69EDF98C0}" srcOrd="1" destOrd="0" parTransId="{02D497B5-6E27-4BDE-AC3F-A33B0C1A2D82}" sibTransId="{CAE5A33D-16B8-4DC2-9338-EED4C5F1B73A}"/>
    <dgm:cxn modelId="{D64E92EE-55B7-4D5F-A9A8-E522787A5BBD}" type="presOf" srcId="{0E8CF29C-47B6-40AD-8456-A41D343A0A03}" destId="{9D466D21-6A83-4719-B6F0-B2E776DD531C}" srcOrd="0" destOrd="0" presId="urn:microsoft.com/office/officeart/2005/8/layout/vList5"/>
    <dgm:cxn modelId="{565939F6-41CA-4A96-988C-20C16547DA66}" type="presOf" srcId="{2EC59CDE-50AB-4AA7-9E2E-AB551754963B}" destId="{778B6069-DA56-4E01-9E7E-C0FB293987E8}" srcOrd="0" destOrd="2" presId="urn:microsoft.com/office/officeart/2005/8/layout/vList5"/>
    <dgm:cxn modelId="{CF23CBFC-E9CB-4CA9-B6BB-11AF2B1896A0}" srcId="{83301093-1794-4214-BED8-094D67C82D71}" destId="{55FE0D90-5A76-4ABD-B05A-CB964229CE85}" srcOrd="0" destOrd="0" parTransId="{49032A29-D9FA-4BBD-9037-CF7DB6BA51FA}" sibTransId="{EC6E3D4D-5FBB-442A-A9E3-368E73376CA4}"/>
    <dgm:cxn modelId="{7C7D33E9-F0F5-4137-83DD-3F5200490683}" type="presParOf" srcId="{299769C6-3D6C-4879-834A-29F1A70D25CD}" destId="{00B490EF-5D13-41D8-BB17-5E4CA2073B52}" srcOrd="0" destOrd="0" presId="urn:microsoft.com/office/officeart/2005/8/layout/vList5"/>
    <dgm:cxn modelId="{214C845F-D538-43DB-A245-6BE490CDCC3E}" type="presParOf" srcId="{00B490EF-5D13-41D8-BB17-5E4CA2073B52}" destId="{22F150B5-4D1D-418A-A821-BF1CF184205F}" srcOrd="0" destOrd="0" presId="urn:microsoft.com/office/officeart/2005/8/layout/vList5"/>
    <dgm:cxn modelId="{07D448E6-FFC4-4EF9-BEAC-BFF9CCBA8A61}" type="presParOf" srcId="{00B490EF-5D13-41D8-BB17-5E4CA2073B52}" destId="{778B6069-DA56-4E01-9E7E-C0FB293987E8}" srcOrd="1" destOrd="0" presId="urn:microsoft.com/office/officeart/2005/8/layout/vList5"/>
    <dgm:cxn modelId="{CB770E9B-E714-46E2-9449-10F06E3B7892}" type="presParOf" srcId="{299769C6-3D6C-4879-834A-29F1A70D25CD}" destId="{FF23567F-D3F1-4550-8666-DAA662A2B276}" srcOrd="1" destOrd="0" presId="urn:microsoft.com/office/officeart/2005/8/layout/vList5"/>
    <dgm:cxn modelId="{7B1B04F6-793C-4532-8334-EB1566EDF1E7}" type="presParOf" srcId="{299769C6-3D6C-4879-834A-29F1A70D25CD}" destId="{AFA6D524-5453-4032-B300-CFFDD02B684B}" srcOrd="2" destOrd="0" presId="urn:microsoft.com/office/officeart/2005/8/layout/vList5"/>
    <dgm:cxn modelId="{22021668-2139-44D6-9D85-7921E5BAABFB}" type="presParOf" srcId="{AFA6D524-5453-4032-B300-CFFDD02B684B}" destId="{B1097C26-2224-4F84-8E5F-A47F62C1E8C6}" srcOrd="0" destOrd="0" presId="urn:microsoft.com/office/officeart/2005/8/layout/vList5"/>
    <dgm:cxn modelId="{3F98E47E-163A-418E-851A-B4185E3E80A1}" type="presParOf" srcId="{AFA6D524-5453-4032-B300-CFFDD02B684B}" destId="{9D466D21-6A83-4719-B6F0-B2E776DD53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5E493E-60F4-4AC4-9D32-2728D09469B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CDCA45-2BF4-41C4-9A16-B20E239EB864}">
      <dgm:prSet/>
      <dgm:spPr/>
      <dgm:t>
        <a:bodyPr/>
        <a:lstStyle/>
        <a:p>
          <a:r>
            <a:rPr lang="es-ES"/>
            <a:t>Lee la imagen desde data/raw/</a:t>
          </a:r>
          <a:endParaRPr lang="en-US"/>
        </a:p>
      </dgm:t>
    </dgm:pt>
    <dgm:pt modelId="{770A71B1-4B14-49E1-93DA-C3E6BE64E0F2}" type="parTrans" cxnId="{77A1D323-9F14-4987-A386-9B64EA1A7753}">
      <dgm:prSet/>
      <dgm:spPr/>
      <dgm:t>
        <a:bodyPr/>
        <a:lstStyle/>
        <a:p>
          <a:endParaRPr lang="en-US"/>
        </a:p>
      </dgm:t>
    </dgm:pt>
    <dgm:pt modelId="{49740C20-C7ED-4875-A58E-C8DF9CF69F4C}" type="sibTrans" cxnId="{77A1D323-9F14-4987-A386-9B64EA1A7753}">
      <dgm:prSet/>
      <dgm:spPr/>
      <dgm:t>
        <a:bodyPr/>
        <a:lstStyle/>
        <a:p>
          <a:endParaRPr lang="en-US"/>
        </a:p>
      </dgm:t>
    </dgm:pt>
    <dgm:pt modelId="{12E77D7E-E78B-45A9-B079-17846FA416EB}">
      <dgm:prSet/>
      <dgm:spPr/>
      <dgm:t>
        <a:bodyPr/>
        <a:lstStyle/>
        <a:p>
          <a:r>
            <a:rPr lang="es-ES"/>
            <a:t>Valida que el archivo exista</a:t>
          </a:r>
          <a:endParaRPr lang="en-US"/>
        </a:p>
      </dgm:t>
    </dgm:pt>
    <dgm:pt modelId="{3258BE6C-CCCF-4AC5-9AFA-ECE27361F0AB}" type="parTrans" cxnId="{A0E0EF1A-DBF8-4E94-9EC1-2D1A2DEA4109}">
      <dgm:prSet/>
      <dgm:spPr/>
      <dgm:t>
        <a:bodyPr/>
        <a:lstStyle/>
        <a:p>
          <a:endParaRPr lang="en-US"/>
        </a:p>
      </dgm:t>
    </dgm:pt>
    <dgm:pt modelId="{F9720C03-9DDF-4AEC-BDA0-BF3035BA806C}" type="sibTrans" cxnId="{A0E0EF1A-DBF8-4E94-9EC1-2D1A2DEA4109}">
      <dgm:prSet/>
      <dgm:spPr/>
      <dgm:t>
        <a:bodyPr/>
        <a:lstStyle/>
        <a:p>
          <a:endParaRPr lang="en-US"/>
        </a:p>
      </dgm:t>
    </dgm:pt>
    <dgm:pt modelId="{45DF56D4-DEE1-4EC5-BEC9-8C3CC2AD1B30}">
      <dgm:prSet/>
      <dgm:spPr/>
      <dgm:t>
        <a:bodyPr/>
        <a:lstStyle/>
        <a:p>
          <a:r>
            <a:rPr lang="es-ES"/>
            <a:t>Pasa la ruta al siguiente paso via XCom</a:t>
          </a:r>
          <a:endParaRPr lang="en-US"/>
        </a:p>
      </dgm:t>
    </dgm:pt>
    <dgm:pt modelId="{BDD260D3-FFD2-4860-8EDA-B7E4460A45AB}" type="parTrans" cxnId="{4682AA74-C39E-4487-8620-0BF603A8970A}">
      <dgm:prSet/>
      <dgm:spPr/>
      <dgm:t>
        <a:bodyPr/>
        <a:lstStyle/>
        <a:p>
          <a:endParaRPr lang="en-US"/>
        </a:p>
      </dgm:t>
    </dgm:pt>
    <dgm:pt modelId="{A15A0E68-4EDD-4B62-AB58-F0F5DB57CA7D}" type="sibTrans" cxnId="{4682AA74-C39E-4487-8620-0BF603A8970A}">
      <dgm:prSet/>
      <dgm:spPr/>
      <dgm:t>
        <a:bodyPr/>
        <a:lstStyle/>
        <a:p>
          <a:endParaRPr lang="en-US"/>
        </a:p>
      </dgm:t>
    </dgm:pt>
    <dgm:pt modelId="{0FAEC50F-67EA-4B79-BD72-41841F0F7E2F}" type="pres">
      <dgm:prSet presAssocID="{895E493E-60F4-4AC4-9D32-2728D09469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F419DE-603A-43A9-86C7-78E80E0E7649}" type="pres">
      <dgm:prSet presAssocID="{FCCDCA45-2BF4-41C4-9A16-B20E239EB864}" presName="hierRoot1" presStyleCnt="0"/>
      <dgm:spPr/>
    </dgm:pt>
    <dgm:pt modelId="{C0C612F7-3631-422B-927F-F680D4462E74}" type="pres">
      <dgm:prSet presAssocID="{FCCDCA45-2BF4-41C4-9A16-B20E239EB864}" presName="composite" presStyleCnt="0"/>
      <dgm:spPr/>
    </dgm:pt>
    <dgm:pt modelId="{DCBDE43E-06EC-4C17-88CC-D9C23B7C32B1}" type="pres">
      <dgm:prSet presAssocID="{FCCDCA45-2BF4-41C4-9A16-B20E239EB864}" presName="background" presStyleLbl="node0" presStyleIdx="0" presStyleCnt="3"/>
      <dgm:spPr/>
    </dgm:pt>
    <dgm:pt modelId="{A5225DF4-8152-48D6-AE74-55A84677A3A2}" type="pres">
      <dgm:prSet presAssocID="{FCCDCA45-2BF4-41C4-9A16-B20E239EB864}" presName="text" presStyleLbl="fgAcc0" presStyleIdx="0" presStyleCnt="3">
        <dgm:presLayoutVars>
          <dgm:chPref val="3"/>
        </dgm:presLayoutVars>
      </dgm:prSet>
      <dgm:spPr/>
    </dgm:pt>
    <dgm:pt modelId="{D926E1B0-9034-4CC8-A8D3-066E6CD039FD}" type="pres">
      <dgm:prSet presAssocID="{FCCDCA45-2BF4-41C4-9A16-B20E239EB864}" presName="hierChild2" presStyleCnt="0"/>
      <dgm:spPr/>
    </dgm:pt>
    <dgm:pt modelId="{AB04C87B-B775-4BE3-B4BD-361E5F8E6140}" type="pres">
      <dgm:prSet presAssocID="{12E77D7E-E78B-45A9-B079-17846FA416EB}" presName="hierRoot1" presStyleCnt="0"/>
      <dgm:spPr/>
    </dgm:pt>
    <dgm:pt modelId="{12ED1B61-3BF6-4972-B512-077D20500AC2}" type="pres">
      <dgm:prSet presAssocID="{12E77D7E-E78B-45A9-B079-17846FA416EB}" presName="composite" presStyleCnt="0"/>
      <dgm:spPr/>
    </dgm:pt>
    <dgm:pt modelId="{197C1DF0-2A48-4D1C-A5D2-D5BA2C9F4A1F}" type="pres">
      <dgm:prSet presAssocID="{12E77D7E-E78B-45A9-B079-17846FA416EB}" presName="background" presStyleLbl="node0" presStyleIdx="1" presStyleCnt="3"/>
      <dgm:spPr/>
    </dgm:pt>
    <dgm:pt modelId="{AF181081-5171-43DD-90D2-08D6320BCC1F}" type="pres">
      <dgm:prSet presAssocID="{12E77D7E-E78B-45A9-B079-17846FA416EB}" presName="text" presStyleLbl="fgAcc0" presStyleIdx="1" presStyleCnt="3">
        <dgm:presLayoutVars>
          <dgm:chPref val="3"/>
        </dgm:presLayoutVars>
      </dgm:prSet>
      <dgm:spPr/>
    </dgm:pt>
    <dgm:pt modelId="{8A061DDA-0C87-4D34-B28F-18CD29678379}" type="pres">
      <dgm:prSet presAssocID="{12E77D7E-E78B-45A9-B079-17846FA416EB}" presName="hierChild2" presStyleCnt="0"/>
      <dgm:spPr/>
    </dgm:pt>
    <dgm:pt modelId="{FE37F16E-86E6-49A4-9098-ECE1874C0511}" type="pres">
      <dgm:prSet presAssocID="{45DF56D4-DEE1-4EC5-BEC9-8C3CC2AD1B30}" presName="hierRoot1" presStyleCnt="0"/>
      <dgm:spPr/>
    </dgm:pt>
    <dgm:pt modelId="{98380210-CF4C-4709-8F2D-E9226568AC21}" type="pres">
      <dgm:prSet presAssocID="{45DF56D4-DEE1-4EC5-BEC9-8C3CC2AD1B30}" presName="composite" presStyleCnt="0"/>
      <dgm:spPr/>
    </dgm:pt>
    <dgm:pt modelId="{732E503C-79B9-4B78-8767-6902FC9E237B}" type="pres">
      <dgm:prSet presAssocID="{45DF56D4-DEE1-4EC5-BEC9-8C3CC2AD1B30}" presName="background" presStyleLbl="node0" presStyleIdx="2" presStyleCnt="3"/>
      <dgm:spPr/>
    </dgm:pt>
    <dgm:pt modelId="{87C29B84-BE6F-4CFB-8A6E-9AF860550B60}" type="pres">
      <dgm:prSet presAssocID="{45DF56D4-DEE1-4EC5-BEC9-8C3CC2AD1B30}" presName="text" presStyleLbl="fgAcc0" presStyleIdx="2" presStyleCnt="3">
        <dgm:presLayoutVars>
          <dgm:chPref val="3"/>
        </dgm:presLayoutVars>
      </dgm:prSet>
      <dgm:spPr/>
    </dgm:pt>
    <dgm:pt modelId="{DF40F572-84E9-463C-821A-8BD54E5FFD47}" type="pres">
      <dgm:prSet presAssocID="{45DF56D4-DEE1-4EC5-BEC9-8C3CC2AD1B30}" presName="hierChild2" presStyleCnt="0"/>
      <dgm:spPr/>
    </dgm:pt>
  </dgm:ptLst>
  <dgm:cxnLst>
    <dgm:cxn modelId="{A0E0EF1A-DBF8-4E94-9EC1-2D1A2DEA4109}" srcId="{895E493E-60F4-4AC4-9D32-2728D09469B4}" destId="{12E77D7E-E78B-45A9-B079-17846FA416EB}" srcOrd="1" destOrd="0" parTransId="{3258BE6C-CCCF-4AC5-9AFA-ECE27361F0AB}" sibTransId="{F9720C03-9DDF-4AEC-BDA0-BF3035BA806C}"/>
    <dgm:cxn modelId="{77A1D323-9F14-4987-A386-9B64EA1A7753}" srcId="{895E493E-60F4-4AC4-9D32-2728D09469B4}" destId="{FCCDCA45-2BF4-41C4-9A16-B20E239EB864}" srcOrd="0" destOrd="0" parTransId="{770A71B1-4B14-49E1-93DA-C3E6BE64E0F2}" sibTransId="{49740C20-C7ED-4875-A58E-C8DF9CF69F4C}"/>
    <dgm:cxn modelId="{94D6046D-A61A-4085-93CF-4A8E9EB17736}" type="presOf" srcId="{45DF56D4-DEE1-4EC5-BEC9-8C3CC2AD1B30}" destId="{87C29B84-BE6F-4CFB-8A6E-9AF860550B60}" srcOrd="0" destOrd="0" presId="urn:microsoft.com/office/officeart/2005/8/layout/hierarchy1"/>
    <dgm:cxn modelId="{4682AA74-C39E-4487-8620-0BF603A8970A}" srcId="{895E493E-60F4-4AC4-9D32-2728D09469B4}" destId="{45DF56D4-DEE1-4EC5-BEC9-8C3CC2AD1B30}" srcOrd="2" destOrd="0" parTransId="{BDD260D3-FFD2-4860-8EDA-B7E4460A45AB}" sibTransId="{A15A0E68-4EDD-4B62-AB58-F0F5DB57CA7D}"/>
    <dgm:cxn modelId="{746C9A8C-8218-4EB7-85C0-8479D66B9D1B}" type="presOf" srcId="{FCCDCA45-2BF4-41C4-9A16-B20E239EB864}" destId="{A5225DF4-8152-48D6-AE74-55A84677A3A2}" srcOrd="0" destOrd="0" presId="urn:microsoft.com/office/officeart/2005/8/layout/hierarchy1"/>
    <dgm:cxn modelId="{723178A6-C9D1-4B14-BFE0-74BD22C2BA37}" type="presOf" srcId="{12E77D7E-E78B-45A9-B079-17846FA416EB}" destId="{AF181081-5171-43DD-90D2-08D6320BCC1F}" srcOrd="0" destOrd="0" presId="urn:microsoft.com/office/officeart/2005/8/layout/hierarchy1"/>
    <dgm:cxn modelId="{EBF467C8-1D31-418C-ACAF-83101D6E5794}" type="presOf" srcId="{895E493E-60F4-4AC4-9D32-2728D09469B4}" destId="{0FAEC50F-67EA-4B79-BD72-41841F0F7E2F}" srcOrd="0" destOrd="0" presId="urn:microsoft.com/office/officeart/2005/8/layout/hierarchy1"/>
    <dgm:cxn modelId="{F02C0881-6C54-434D-B111-0E6082B0E038}" type="presParOf" srcId="{0FAEC50F-67EA-4B79-BD72-41841F0F7E2F}" destId="{B3F419DE-603A-43A9-86C7-78E80E0E7649}" srcOrd="0" destOrd="0" presId="urn:microsoft.com/office/officeart/2005/8/layout/hierarchy1"/>
    <dgm:cxn modelId="{D274A001-089A-4715-94C1-7DA4A26AFC56}" type="presParOf" srcId="{B3F419DE-603A-43A9-86C7-78E80E0E7649}" destId="{C0C612F7-3631-422B-927F-F680D4462E74}" srcOrd="0" destOrd="0" presId="urn:microsoft.com/office/officeart/2005/8/layout/hierarchy1"/>
    <dgm:cxn modelId="{29AF51C5-8F74-4356-AB1B-DCB3EA5A837A}" type="presParOf" srcId="{C0C612F7-3631-422B-927F-F680D4462E74}" destId="{DCBDE43E-06EC-4C17-88CC-D9C23B7C32B1}" srcOrd="0" destOrd="0" presId="urn:microsoft.com/office/officeart/2005/8/layout/hierarchy1"/>
    <dgm:cxn modelId="{BB62E1E2-6BA3-4685-8914-706AE64D2698}" type="presParOf" srcId="{C0C612F7-3631-422B-927F-F680D4462E74}" destId="{A5225DF4-8152-48D6-AE74-55A84677A3A2}" srcOrd="1" destOrd="0" presId="urn:microsoft.com/office/officeart/2005/8/layout/hierarchy1"/>
    <dgm:cxn modelId="{30ECFEC4-A148-467C-B76A-3CD32121E2A1}" type="presParOf" srcId="{B3F419DE-603A-43A9-86C7-78E80E0E7649}" destId="{D926E1B0-9034-4CC8-A8D3-066E6CD039FD}" srcOrd="1" destOrd="0" presId="urn:microsoft.com/office/officeart/2005/8/layout/hierarchy1"/>
    <dgm:cxn modelId="{B6B4272F-0628-4660-A632-6F23FC45FC06}" type="presParOf" srcId="{0FAEC50F-67EA-4B79-BD72-41841F0F7E2F}" destId="{AB04C87B-B775-4BE3-B4BD-361E5F8E6140}" srcOrd="1" destOrd="0" presId="urn:microsoft.com/office/officeart/2005/8/layout/hierarchy1"/>
    <dgm:cxn modelId="{8E8FFC36-3628-496B-94B8-5D5EB17B49BB}" type="presParOf" srcId="{AB04C87B-B775-4BE3-B4BD-361E5F8E6140}" destId="{12ED1B61-3BF6-4972-B512-077D20500AC2}" srcOrd="0" destOrd="0" presId="urn:microsoft.com/office/officeart/2005/8/layout/hierarchy1"/>
    <dgm:cxn modelId="{13FA37CB-FDDB-4287-946E-F121EA93A26D}" type="presParOf" srcId="{12ED1B61-3BF6-4972-B512-077D20500AC2}" destId="{197C1DF0-2A48-4D1C-A5D2-D5BA2C9F4A1F}" srcOrd="0" destOrd="0" presId="urn:microsoft.com/office/officeart/2005/8/layout/hierarchy1"/>
    <dgm:cxn modelId="{8B0201CA-F213-4E77-B523-BF79EB064D1A}" type="presParOf" srcId="{12ED1B61-3BF6-4972-B512-077D20500AC2}" destId="{AF181081-5171-43DD-90D2-08D6320BCC1F}" srcOrd="1" destOrd="0" presId="urn:microsoft.com/office/officeart/2005/8/layout/hierarchy1"/>
    <dgm:cxn modelId="{26D1E654-054E-466A-8FAB-9899AC47361F}" type="presParOf" srcId="{AB04C87B-B775-4BE3-B4BD-361E5F8E6140}" destId="{8A061DDA-0C87-4D34-B28F-18CD29678379}" srcOrd="1" destOrd="0" presId="urn:microsoft.com/office/officeart/2005/8/layout/hierarchy1"/>
    <dgm:cxn modelId="{9FDEA09E-5EF8-4C9C-91BA-40DB2D9D9B94}" type="presParOf" srcId="{0FAEC50F-67EA-4B79-BD72-41841F0F7E2F}" destId="{FE37F16E-86E6-49A4-9098-ECE1874C0511}" srcOrd="2" destOrd="0" presId="urn:microsoft.com/office/officeart/2005/8/layout/hierarchy1"/>
    <dgm:cxn modelId="{E02F3AC0-63B5-4E58-9BD6-203DE5DE7693}" type="presParOf" srcId="{FE37F16E-86E6-49A4-9098-ECE1874C0511}" destId="{98380210-CF4C-4709-8F2D-E9226568AC21}" srcOrd="0" destOrd="0" presId="urn:microsoft.com/office/officeart/2005/8/layout/hierarchy1"/>
    <dgm:cxn modelId="{44387396-913F-4190-80CA-1F7395AE4124}" type="presParOf" srcId="{98380210-CF4C-4709-8F2D-E9226568AC21}" destId="{732E503C-79B9-4B78-8767-6902FC9E237B}" srcOrd="0" destOrd="0" presId="urn:microsoft.com/office/officeart/2005/8/layout/hierarchy1"/>
    <dgm:cxn modelId="{8207BEC9-416C-4430-9A7C-E086433F22AB}" type="presParOf" srcId="{98380210-CF4C-4709-8F2D-E9226568AC21}" destId="{87C29B84-BE6F-4CFB-8A6E-9AF860550B60}" srcOrd="1" destOrd="0" presId="urn:microsoft.com/office/officeart/2005/8/layout/hierarchy1"/>
    <dgm:cxn modelId="{759BD5DB-F342-4BB4-A3FB-83323211061C}" type="presParOf" srcId="{FE37F16E-86E6-49A4-9098-ECE1874C0511}" destId="{DF40F572-84E9-463C-821A-8BD54E5FFD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077DDD-BA84-481B-A79F-5DE93839E6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ACFCD-E07D-4952-9A6A-C14EF7BD72B7}">
      <dgm:prSet/>
      <dgm:spPr/>
      <dgm:t>
        <a:bodyPr/>
        <a:lstStyle/>
        <a:p>
          <a:pPr>
            <a:defRPr cap="all"/>
          </a:pPr>
          <a:r>
            <a:rPr lang="es-ES"/>
            <a:t>Copia la imagen a data/clean/</a:t>
          </a:r>
          <a:endParaRPr lang="en-US"/>
        </a:p>
      </dgm:t>
    </dgm:pt>
    <dgm:pt modelId="{406A387D-5F0A-4DF4-A60E-B7F13AA64125}" type="parTrans" cxnId="{A91E91D1-B217-4407-87BB-E7E0EDDC21CD}">
      <dgm:prSet/>
      <dgm:spPr/>
      <dgm:t>
        <a:bodyPr/>
        <a:lstStyle/>
        <a:p>
          <a:endParaRPr lang="en-US"/>
        </a:p>
      </dgm:t>
    </dgm:pt>
    <dgm:pt modelId="{C6957045-7D30-49E5-9AAD-57E962674007}" type="sibTrans" cxnId="{A91E91D1-B217-4407-87BB-E7E0EDDC21CD}">
      <dgm:prSet/>
      <dgm:spPr/>
      <dgm:t>
        <a:bodyPr/>
        <a:lstStyle/>
        <a:p>
          <a:endParaRPr lang="en-US"/>
        </a:p>
      </dgm:t>
    </dgm:pt>
    <dgm:pt modelId="{664893F5-BC4C-4E90-89AB-D56951E5D762}">
      <dgm:prSet/>
      <dgm:spPr/>
      <dgm:t>
        <a:bodyPr/>
        <a:lstStyle/>
        <a:p>
          <a:pPr>
            <a:defRPr cap="all"/>
          </a:pPr>
          <a:r>
            <a:rPr lang="es-ES"/>
            <a:t>Le sube o baja el brillo dependiendo del brillo promedio</a:t>
          </a:r>
          <a:endParaRPr lang="en-US"/>
        </a:p>
      </dgm:t>
    </dgm:pt>
    <dgm:pt modelId="{675FC519-3415-4FEC-A0D0-837A3E80FAD5}" type="parTrans" cxnId="{BC6EE1E1-2DE0-42F1-9148-D26B23359D7F}">
      <dgm:prSet/>
      <dgm:spPr/>
      <dgm:t>
        <a:bodyPr/>
        <a:lstStyle/>
        <a:p>
          <a:endParaRPr lang="en-US"/>
        </a:p>
      </dgm:t>
    </dgm:pt>
    <dgm:pt modelId="{48365489-6197-4E03-AF5E-2C96AE843695}" type="sibTrans" cxnId="{BC6EE1E1-2DE0-42F1-9148-D26B23359D7F}">
      <dgm:prSet/>
      <dgm:spPr/>
      <dgm:t>
        <a:bodyPr/>
        <a:lstStyle/>
        <a:p>
          <a:endParaRPr lang="en-US"/>
        </a:p>
      </dgm:t>
    </dgm:pt>
    <dgm:pt modelId="{988A8A6E-68B1-4631-AF1D-225A72FF523A}">
      <dgm:prSet/>
      <dgm:spPr/>
      <dgm:t>
        <a:bodyPr/>
        <a:lstStyle/>
        <a:p>
          <a:pPr>
            <a:defRPr cap="all"/>
          </a:pPr>
          <a:r>
            <a:rPr lang="es-ES"/>
            <a:t>Prepara para evaluación</a:t>
          </a:r>
          <a:endParaRPr lang="en-US"/>
        </a:p>
      </dgm:t>
    </dgm:pt>
    <dgm:pt modelId="{2AF55C61-E95F-4480-95FA-A59314153239}" type="parTrans" cxnId="{587FD1EB-5901-43E6-BEF2-CFE6731833D9}">
      <dgm:prSet/>
      <dgm:spPr/>
      <dgm:t>
        <a:bodyPr/>
        <a:lstStyle/>
        <a:p>
          <a:endParaRPr lang="en-US"/>
        </a:p>
      </dgm:t>
    </dgm:pt>
    <dgm:pt modelId="{E91703C0-DA60-41A6-887C-43748FC4356F}" type="sibTrans" cxnId="{587FD1EB-5901-43E6-BEF2-CFE6731833D9}">
      <dgm:prSet/>
      <dgm:spPr/>
      <dgm:t>
        <a:bodyPr/>
        <a:lstStyle/>
        <a:p>
          <a:endParaRPr lang="en-US"/>
        </a:p>
      </dgm:t>
    </dgm:pt>
    <dgm:pt modelId="{BE8B5473-BB84-4B26-AA73-E901ADDAF271}" type="pres">
      <dgm:prSet presAssocID="{20077DDD-BA84-481B-A79F-5DE93839E6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0FF7CA-BB6D-4BC8-9B25-F1A7AB43E358}" type="pres">
      <dgm:prSet presAssocID="{A88ACFCD-E07D-4952-9A6A-C14EF7BD72B7}" presName="hierRoot1" presStyleCnt="0"/>
      <dgm:spPr/>
    </dgm:pt>
    <dgm:pt modelId="{7E20DDF7-9A6B-48E1-99F0-ADED317B3E12}" type="pres">
      <dgm:prSet presAssocID="{A88ACFCD-E07D-4952-9A6A-C14EF7BD72B7}" presName="composite" presStyleCnt="0"/>
      <dgm:spPr/>
    </dgm:pt>
    <dgm:pt modelId="{93CB4F36-024C-4F52-90AA-688D5EAEE8EB}" type="pres">
      <dgm:prSet presAssocID="{A88ACFCD-E07D-4952-9A6A-C14EF7BD72B7}" presName="background" presStyleLbl="node0" presStyleIdx="0" presStyleCnt="3"/>
      <dgm:spPr/>
    </dgm:pt>
    <dgm:pt modelId="{F6E6E7DA-D174-4470-AF93-1AD88CEF0AF5}" type="pres">
      <dgm:prSet presAssocID="{A88ACFCD-E07D-4952-9A6A-C14EF7BD72B7}" presName="text" presStyleLbl="fgAcc0" presStyleIdx="0" presStyleCnt="3">
        <dgm:presLayoutVars>
          <dgm:chPref val="3"/>
        </dgm:presLayoutVars>
      </dgm:prSet>
      <dgm:spPr/>
    </dgm:pt>
    <dgm:pt modelId="{B85147F5-2E5C-4148-9FE2-B29F323444F1}" type="pres">
      <dgm:prSet presAssocID="{A88ACFCD-E07D-4952-9A6A-C14EF7BD72B7}" presName="hierChild2" presStyleCnt="0"/>
      <dgm:spPr/>
    </dgm:pt>
    <dgm:pt modelId="{B87A4857-1DD7-4058-B2D7-30071DC7B5C9}" type="pres">
      <dgm:prSet presAssocID="{664893F5-BC4C-4E90-89AB-D56951E5D762}" presName="hierRoot1" presStyleCnt="0"/>
      <dgm:spPr/>
    </dgm:pt>
    <dgm:pt modelId="{9AA5871F-B0B9-446B-BF55-9FF63B831BD3}" type="pres">
      <dgm:prSet presAssocID="{664893F5-BC4C-4E90-89AB-D56951E5D762}" presName="composite" presStyleCnt="0"/>
      <dgm:spPr/>
    </dgm:pt>
    <dgm:pt modelId="{C59AF2A2-2109-4F8E-9F38-F0F13748BB1C}" type="pres">
      <dgm:prSet presAssocID="{664893F5-BC4C-4E90-89AB-D56951E5D762}" presName="background" presStyleLbl="node0" presStyleIdx="1" presStyleCnt="3"/>
      <dgm:spPr/>
    </dgm:pt>
    <dgm:pt modelId="{8688B3F4-5084-4BCE-AE1F-82A9F8B1CF46}" type="pres">
      <dgm:prSet presAssocID="{664893F5-BC4C-4E90-89AB-D56951E5D762}" presName="text" presStyleLbl="fgAcc0" presStyleIdx="1" presStyleCnt="3">
        <dgm:presLayoutVars>
          <dgm:chPref val="3"/>
        </dgm:presLayoutVars>
      </dgm:prSet>
      <dgm:spPr/>
    </dgm:pt>
    <dgm:pt modelId="{F0472556-F7B6-4B0B-B487-53CFE51661E6}" type="pres">
      <dgm:prSet presAssocID="{664893F5-BC4C-4E90-89AB-D56951E5D762}" presName="hierChild2" presStyleCnt="0"/>
      <dgm:spPr/>
    </dgm:pt>
    <dgm:pt modelId="{8906A8F9-0316-4BE1-A5CA-ACA8776A1E31}" type="pres">
      <dgm:prSet presAssocID="{988A8A6E-68B1-4631-AF1D-225A72FF523A}" presName="hierRoot1" presStyleCnt="0"/>
      <dgm:spPr/>
    </dgm:pt>
    <dgm:pt modelId="{A4BCFCC1-572B-4D3A-BB88-1FE37AE7656C}" type="pres">
      <dgm:prSet presAssocID="{988A8A6E-68B1-4631-AF1D-225A72FF523A}" presName="composite" presStyleCnt="0"/>
      <dgm:spPr/>
    </dgm:pt>
    <dgm:pt modelId="{CA8AB79A-E4EF-4F89-8865-AF51CE1EA0C5}" type="pres">
      <dgm:prSet presAssocID="{988A8A6E-68B1-4631-AF1D-225A72FF523A}" presName="background" presStyleLbl="node0" presStyleIdx="2" presStyleCnt="3"/>
      <dgm:spPr/>
    </dgm:pt>
    <dgm:pt modelId="{6CC146CA-7D91-40D0-B928-AA09954256AC}" type="pres">
      <dgm:prSet presAssocID="{988A8A6E-68B1-4631-AF1D-225A72FF523A}" presName="text" presStyleLbl="fgAcc0" presStyleIdx="2" presStyleCnt="3">
        <dgm:presLayoutVars>
          <dgm:chPref val="3"/>
        </dgm:presLayoutVars>
      </dgm:prSet>
      <dgm:spPr/>
    </dgm:pt>
    <dgm:pt modelId="{21746ACF-9C14-4215-B218-7E4D05615C9B}" type="pres">
      <dgm:prSet presAssocID="{988A8A6E-68B1-4631-AF1D-225A72FF523A}" presName="hierChild2" presStyleCnt="0"/>
      <dgm:spPr/>
    </dgm:pt>
  </dgm:ptLst>
  <dgm:cxnLst>
    <dgm:cxn modelId="{B17E330F-6012-4888-B385-4D6BBCC37CA4}" type="presOf" srcId="{A88ACFCD-E07D-4952-9A6A-C14EF7BD72B7}" destId="{F6E6E7DA-D174-4470-AF93-1AD88CEF0AF5}" srcOrd="0" destOrd="0" presId="urn:microsoft.com/office/officeart/2005/8/layout/hierarchy1"/>
    <dgm:cxn modelId="{B6ABEC47-AA1D-4D46-A695-8DD0D84AB982}" type="presOf" srcId="{20077DDD-BA84-481B-A79F-5DE93839E651}" destId="{BE8B5473-BB84-4B26-AA73-E901ADDAF271}" srcOrd="0" destOrd="0" presId="urn:microsoft.com/office/officeart/2005/8/layout/hierarchy1"/>
    <dgm:cxn modelId="{F62AF2BC-0D4F-4A0A-A57D-6705C15ABC48}" type="presOf" srcId="{664893F5-BC4C-4E90-89AB-D56951E5D762}" destId="{8688B3F4-5084-4BCE-AE1F-82A9F8B1CF46}" srcOrd="0" destOrd="0" presId="urn:microsoft.com/office/officeart/2005/8/layout/hierarchy1"/>
    <dgm:cxn modelId="{A91E91D1-B217-4407-87BB-E7E0EDDC21CD}" srcId="{20077DDD-BA84-481B-A79F-5DE93839E651}" destId="{A88ACFCD-E07D-4952-9A6A-C14EF7BD72B7}" srcOrd="0" destOrd="0" parTransId="{406A387D-5F0A-4DF4-A60E-B7F13AA64125}" sibTransId="{C6957045-7D30-49E5-9AAD-57E962674007}"/>
    <dgm:cxn modelId="{5C9ABED5-A18B-4CE4-9A36-ED6315CB859F}" type="presOf" srcId="{988A8A6E-68B1-4631-AF1D-225A72FF523A}" destId="{6CC146CA-7D91-40D0-B928-AA09954256AC}" srcOrd="0" destOrd="0" presId="urn:microsoft.com/office/officeart/2005/8/layout/hierarchy1"/>
    <dgm:cxn modelId="{BC6EE1E1-2DE0-42F1-9148-D26B23359D7F}" srcId="{20077DDD-BA84-481B-A79F-5DE93839E651}" destId="{664893F5-BC4C-4E90-89AB-D56951E5D762}" srcOrd="1" destOrd="0" parTransId="{675FC519-3415-4FEC-A0D0-837A3E80FAD5}" sibTransId="{48365489-6197-4E03-AF5E-2C96AE843695}"/>
    <dgm:cxn modelId="{587FD1EB-5901-43E6-BEF2-CFE6731833D9}" srcId="{20077DDD-BA84-481B-A79F-5DE93839E651}" destId="{988A8A6E-68B1-4631-AF1D-225A72FF523A}" srcOrd="2" destOrd="0" parTransId="{2AF55C61-E95F-4480-95FA-A59314153239}" sibTransId="{E91703C0-DA60-41A6-887C-43748FC4356F}"/>
    <dgm:cxn modelId="{8AB6403A-4BC1-4BA4-AA05-B335107CEF84}" type="presParOf" srcId="{BE8B5473-BB84-4B26-AA73-E901ADDAF271}" destId="{D50FF7CA-BB6D-4BC8-9B25-F1A7AB43E358}" srcOrd="0" destOrd="0" presId="urn:microsoft.com/office/officeart/2005/8/layout/hierarchy1"/>
    <dgm:cxn modelId="{823B0FFD-66B5-4155-A7C1-B578CC9A2333}" type="presParOf" srcId="{D50FF7CA-BB6D-4BC8-9B25-F1A7AB43E358}" destId="{7E20DDF7-9A6B-48E1-99F0-ADED317B3E12}" srcOrd="0" destOrd="0" presId="urn:microsoft.com/office/officeart/2005/8/layout/hierarchy1"/>
    <dgm:cxn modelId="{2E10AABA-05CA-48AA-B11B-433E66A1854D}" type="presParOf" srcId="{7E20DDF7-9A6B-48E1-99F0-ADED317B3E12}" destId="{93CB4F36-024C-4F52-90AA-688D5EAEE8EB}" srcOrd="0" destOrd="0" presId="urn:microsoft.com/office/officeart/2005/8/layout/hierarchy1"/>
    <dgm:cxn modelId="{7E1197B7-7C73-42E7-A2DB-7C0DE5897557}" type="presParOf" srcId="{7E20DDF7-9A6B-48E1-99F0-ADED317B3E12}" destId="{F6E6E7DA-D174-4470-AF93-1AD88CEF0AF5}" srcOrd="1" destOrd="0" presId="urn:microsoft.com/office/officeart/2005/8/layout/hierarchy1"/>
    <dgm:cxn modelId="{1661AC72-1B22-4D07-A470-0AA72E1BDCE2}" type="presParOf" srcId="{D50FF7CA-BB6D-4BC8-9B25-F1A7AB43E358}" destId="{B85147F5-2E5C-4148-9FE2-B29F323444F1}" srcOrd="1" destOrd="0" presId="urn:microsoft.com/office/officeart/2005/8/layout/hierarchy1"/>
    <dgm:cxn modelId="{67E02C7D-D134-4CD2-BD09-FA44CB596A8A}" type="presParOf" srcId="{BE8B5473-BB84-4B26-AA73-E901ADDAF271}" destId="{B87A4857-1DD7-4058-B2D7-30071DC7B5C9}" srcOrd="1" destOrd="0" presId="urn:microsoft.com/office/officeart/2005/8/layout/hierarchy1"/>
    <dgm:cxn modelId="{0C48DD7C-3D24-47D8-8277-4E88E6AE30E1}" type="presParOf" srcId="{B87A4857-1DD7-4058-B2D7-30071DC7B5C9}" destId="{9AA5871F-B0B9-446B-BF55-9FF63B831BD3}" srcOrd="0" destOrd="0" presId="urn:microsoft.com/office/officeart/2005/8/layout/hierarchy1"/>
    <dgm:cxn modelId="{2B89A451-78A6-4D85-819B-50D92E7BF358}" type="presParOf" srcId="{9AA5871F-B0B9-446B-BF55-9FF63B831BD3}" destId="{C59AF2A2-2109-4F8E-9F38-F0F13748BB1C}" srcOrd="0" destOrd="0" presId="urn:microsoft.com/office/officeart/2005/8/layout/hierarchy1"/>
    <dgm:cxn modelId="{E791BFF7-F964-4145-AE8A-3C0625B8584E}" type="presParOf" srcId="{9AA5871F-B0B9-446B-BF55-9FF63B831BD3}" destId="{8688B3F4-5084-4BCE-AE1F-82A9F8B1CF46}" srcOrd="1" destOrd="0" presId="urn:microsoft.com/office/officeart/2005/8/layout/hierarchy1"/>
    <dgm:cxn modelId="{47838943-8D3F-42C2-B709-8CDA351700CB}" type="presParOf" srcId="{B87A4857-1DD7-4058-B2D7-30071DC7B5C9}" destId="{F0472556-F7B6-4B0B-B487-53CFE51661E6}" srcOrd="1" destOrd="0" presId="urn:microsoft.com/office/officeart/2005/8/layout/hierarchy1"/>
    <dgm:cxn modelId="{827998E2-0FB8-426D-B566-2597A547A01B}" type="presParOf" srcId="{BE8B5473-BB84-4B26-AA73-E901ADDAF271}" destId="{8906A8F9-0316-4BE1-A5CA-ACA8776A1E31}" srcOrd="2" destOrd="0" presId="urn:microsoft.com/office/officeart/2005/8/layout/hierarchy1"/>
    <dgm:cxn modelId="{5425DA9F-D800-40CA-B0AB-36CEAD2F0E31}" type="presParOf" srcId="{8906A8F9-0316-4BE1-A5CA-ACA8776A1E31}" destId="{A4BCFCC1-572B-4D3A-BB88-1FE37AE7656C}" srcOrd="0" destOrd="0" presId="urn:microsoft.com/office/officeart/2005/8/layout/hierarchy1"/>
    <dgm:cxn modelId="{9EF36D22-69B9-406C-ACE3-0E521214F796}" type="presParOf" srcId="{A4BCFCC1-572B-4D3A-BB88-1FE37AE7656C}" destId="{CA8AB79A-E4EF-4F89-8865-AF51CE1EA0C5}" srcOrd="0" destOrd="0" presId="urn:microsoft.com/office/officeart/2005/8/layout/hierarchy1"/>
    <dgm:cxn modelId="{F797067D-2153-463B-8A88-D4A5F432C8C9}" type="presParOf" srcId="{A4BCFCC1-572B-4D3A-BB88-1FE37AE7656C}" destId="{6CC146CA-7D91-40D0-B928-AA09954256AC}" srcOrd="1" destOrd="0" presId="urn:microsoft.com/office/officeart/2005/8/layout/hierarchy1"/>
    <dgm:cxn modelId="{528FA900-D1D5-440B-942F-C03730F859D7}" type="presParOf" srcId="{8906A8F9-0316-4BE1-A5CA-ACA8776A1E31}" destId="{21746ACF-9C14-4215-B218-7E4D05615C9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DFBA38-36EC-48A3-ADEC-B215DAB574F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C9B870-4AD3-4D16-9B3B-8D3E6F92674E}">
      <dgm:prSet/>
      <dgm:spPr/>
      <dgm:t>
        <a:bodyPr/>
        <a:lstStyle/>
        <a:p>
          <a:r>
            <a:rPr lang="es-MX"/>
            <a:t>Carga modelo ResNet50 entrenado</a:t>
          </a:r>
          <a:endParaRPr lang="en-US"/>
        </a:p>
      </dgm:t>
    </dgm:pt>
    <dgm:pt modelId="{CE9F2874-F29B-4CF5-9C89-A1F6B3A16535}" type="parTrans" cxnId="{92534F05-9A9A-43C8-8143-3AA1C622A192}">
      <dgm:prSet/>
      <dgm:spPr/>
      <dgm:t>
        <a:bodyPr/>
        <a:lstStyle/>
        <a:p>
          <a:endParaRPr lang="en-US"/>
        </a:p>
      </dgm:t>
    </dgm:pt>
    <dgm:pt modelId="{CD2293BC-05FA-43E5-9379-F4FB84EB2001}" type="sibTrans" cxnId="{92534F05-9A9A-43C8-8143-3AA1C622A192}">
      <dgm:prSet/>
      <dgm:spPr/>
      <dgm:t>
        <a:bodyPr/>
        <a:lstStyle/>
        <a:p>
          <a:endParaRPr lang="en-US"/>
        </a:p>
      </dgm:t>
    </dgm:pt>
    <dgm:pt modelId="{C46869B0-45CD-4493-B735-DBFE45E5933E}">
      <dgm:prSet/>
      <dgm:spPr/>
      <dgm:t>
        <a:bodyPr/>
        <a:lstStyle/>
        <a:p>
          <a:r>
            <a:rPr lang="es-MX"/>
            <a:t>Aplica transformaciones: Resize + Normalize</a:t>
          </a:r>
          <a:endParaRPr lang="en-US"/>
        </a:p>
      </dgm:t>
    </dgm:pt>
    <dgm:pt modelId="{C02AAC23-F6E3-4840-90C3-C2A14959B07E}" type="parTrans" cxnId="{BA83CD9B-7C17-4815-9FE7-0D0C9146F1DA}">
      <dgm:prSet/>
      <dgm:spPr/>
      <dgm:t>
        <a:bodyPr/>
        <a:lstStyle/>
        <a:p>
          <a:endParaRPr lang="en-US"/>
        </a:p>
      </dgm:t>
    </dgm:pt>
    <dgm:pt modelId="{4CD4AC49-992F-47F1-914E-178234C1515D}" type="sibTrans" cxnId="{BA83CD9B-7C17-4815-9FE7-0D0C9146F1DA}">
      <dgm:prSet/>
      <dgm:spPr/>
      <dgm:t>
        <a:bodyPr/>
        <a:lstStyle/>
        <a:p>
          <a:endParaRPr lang="en-US"/>
        </a:p>
      </dgm:t>
    </dgm:pt>
    <dgm:pt modelId="{C1BFC5B9-36F0-40E0-95F9-93B5C2FE56E8}">
      <dgm:prSet/>
      <dgm:spPr/>
      <dgm:t>
        <a:bodyPr/>
        <a:lstStyle/>
        <a:p>
          <a:r>
            <a:rPr lang="es-MX" dirty="0"/>
            <a:t>Predice: </a:t>
          </a:r>
          <a:r>
            <a:rPr lang="es-MX" dirty="0" err="1"/>
            <a:t>fractured</a:t>
          </a:r>
          <a:r>
            <a:rPr lang="es-MX" dirty="0"/>
            <a:t> o </a:t>
          </a:r>
          <a:r>
            <a:rPr lang="es-MX" dirty="0" err="1"/>
            <a:t>not_fractured</a:t>
          </a:r>
          <a:endParaRPr lang="en-US" dirty="0"/>
        </a:p>
      </dgm:t>
    </dgm:pt>
    <dgm:pt modelId="{47976168-973B-4923-BD11-B4EF4E90E944}" type="parTrans" cxnId="{7A0B326D-2889-4910-82DF-3BC9405DA96D}">
      <dgm:prSet/>
      <dgm:spPr/>
      <dgm:t>
        <a:bodyPr/>
        <a:lstStyle/>
        <a:p>
          <a:endParaRPr lang="en-US"/>
        </a:p>
      </dgm:t>
    </dgm:pt>
    <dgm:pt modelId="{FFC02EB1-64B6-48F0-8697-4893BC245BDF}" type="sibTrans" cxnId="{7A0B326D-2889-4910-82DF-3BC9405DA96D}">
      <dgm:prSet/>
      <dgm:spPr/>
      <dgm:t>
        <a:bodyPr/>
        <a:lstStyle/>
        <a:p>
          <a:endParaRPr lang="en-US"/>
        </a:p>
      </dgm:t>
    </dgm:pt>
    <dgm:pt modelId="{D194469A-4211-4198-9BF2-E24FA7EFFF10}">
      <dgm:prSet/>
      <dgm:spPr/>
      <dgm:t>
        <a:bodyPr/>
        <a:lstStyle/>
        <a:p>
          <a:r>
            <a:rPr lang="es-MX"/>
            <a:t>Retorna: label, score, tensor</a:t>
          </a:r>
          <a:endParaRPr lang="en-US"/>
        </a:p>
      </dgm:t>
    </dgm:pt>
    <dgm:pt modelId="{5C1B13F4-9C46-4E1E-B17E-CC7CCE2BB8E2}" type="parTrans" cxnId="{2A886A7C-D37F-4DC0-924B-934511D83793}">
      <dgm:prSet/>
      <dgm:spPr/>
      <dgm:t>
        <a:bodyPr/>
        <a:lstStyle/>
        <a:p>
          <a:endParaRPr lang="en-US"/>
        </a:p>
      </dgm:t>
    </dgm:pt>
    <dgm:pt modelId="{F3958E77-0E0C-4E09-8817-96010A9CB00A}" type="sibTrans" cxnId="{2A886A7C-D37F-4DC0-924B-934511D83793}">
      <dgm:prSet/>
      <dgm:spPr/>
      <dgm:t>
        <a:bodyPr/>
        <a:lstStyle/>
        <a:p>
          <a:endParaRPr lang="en-US"/>
        </a:p>
      </dgm:t>
    </dgm:pt>
    <dgm:pt modelId="{65BBF150-6C95-4370-AF5D-F500C36E564D}" type="pres">
      <dgm:prSet presAssocID="{E0DFBA38-36EC-48A3-ADEC-B215DAB574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DAC233-17A9-422F-8E23-31041FC4AF08}" type="pres">
      <dgm:prSet presAssocID="{5FC9B870-4AD3-4D16-9B3B-8D3E6F92674E}" presName="hierRoot1" presStyleCnt="0"/>
      <dgm:spPr/>
    </dgm:pt>
    <dgm:pt modelId="{DA54E302-5621-40F4-A64B-0F2FF673C72E}" type="pres">
      <dgm:prSet presAssocID="{5FC9B870-4AD3-4D16-9B3B-8D3E6F92674E}" presName="composite" presStyleCnt="0"/>
      <dgm:spPr/>
    </dgm:pt>
    <dgm:pt modelId="{3BD93F72-8537-4974-92A9-6FAE1E54E31F}" type="pres">
      <dgm:prSet presAssocID="{5FC9B870-4AD3-4D16-9B3B-8D3E6F92674E}" presName="background" presStyleLbl="node0" presStyleIdx="0" presStyleCnt="4"/>
      <dgm:spPr/>
    </dgm:pt>
    <dgm:pt modelId="{64B63BBE-FF5B-4305-B49F-F922C5F26939}" type="pres">
      <dgm:prSet presAssocID="{5FC9B870-4AD3-4D16-9B3B-8D3E6F92674E}" presName="text" presStyleLbl="fgAcc0" presStyleIdx="0" presStyleCnt="4">
        <dgm:presLayoutVars>
          <dgm:chPref val="3"/>
        </dgm:presLayoutVars>
      </dgm:prSet>
      <dgm:spPr/>
    </dgm:pt>
    <dgm:pt modelId="{887065CA-7ACF-447E-945F-65D136A16CC1}" type="pres">
      <dgm:prSet presAssocID="{5FC9B870-4AD3-4D16-9B3B-8D3E6F92674E}" presName="hierChild2" presStyleCnt="0"/>
      <dgm:spPr/>
    </dgm:pt>
    <dgm:pt modelId="{5D38D960-6145-49B6-A6F5-84597DE3F4F2}" type="pres">
      <dgm:prSet presAssocID="{C46869B0-45CD-4493-B735-DBFE45E5933E}" presName="hierRoot1" presStyleCnt="0"/>
      <dgm:spPr/>
    </dgm:pt>
    <dgm:pt modelId="{F4B35DF7-6217-4773-B628-C1D18391336E}" type="pres">
      <dgm:prSet presAssocID="{C46869B0-45CD-4493-B735-DBFE45E5933E}" presName="composite" presStyleCnt="0"/>
      <dgm:spPr/>
    </dgm:pt>
    <dgm:pt modelId="{CB834776-D040-4F63-8DC1-6DEAB64A520D}" type="pres">
      <dgm:prSet presAssocID="{C46869B0-45CD-4493-B735-DBFE45E5933E}" presName="background" presStyleLbl="node0" presStyleIdx="1" presStyleCnt="4"/>
      <dgm:spPr/>
    </dgm:pt>
    <dgm:pt modelId="{287EC411-0106-42D1-8051-F5F265E69FB9}" type="pres">
      <dgm:prSet presAssocID="{C46869B0-45CD-4493-B735-DBFE45E5933E}" presName="text" presStyleLbl="fgAcc0" presStyleIdx="1" presStyleCnt="4">
        <dgm:presLayoutVars>
          <dgm:chPref val="3"/>
        </dgm:presLayoutVars>
      </dgm:prSet>
      <dgm:spPr/>
    </dgm:pt>
    <dgm:pt modelId="{AE4DF53F-707F-42E7-B833-9159F688ED48}" type="pres">
      <dgm:prSet presAssocID="{C46869B0-45CD-4493-B735-DBFE45E5933E}" presName="hierChild2" presStyleCnt="0"/>
      <dgm:spPr/>
    </dgm:pt>
    <dgm:pt modelId="{279AF021-E919-4F47-85B7-0EAD32C8E9ED}" type="pres">
      <dgm:prSet presAssocID="{C1BFC5B9-36F0-40E0-95F9-93B5C2FE56E8}" presName="hierRoot1" presStyleCnt="0"/>
      <dgm:spPr/>
    </dgm:pt>
    <dgm:pt modelId="{575EA996-E5E4-412C-A3A8-5A04BA139369}" type="pres">
      <dgm:prSet presAssocID="{C1BFC5B9-36F0-40E0-95F9-93B5C2FE56E8}" presName="composite" presStyleCnt="0"/>
      <dgm:spPr/>
    </dgm:pt>
    <dgm:pt modelId="{61366EEC-5636-4ADB-9232-EBDB48FD9DD7}" type="pres">
      <dgm:prSet presAssocID="{C1BFC5B9-36F0-40E0-95F9-93B5C2FE56E8}" presName="background" presStyleLbl="node0" presStyleIdx="2" presStyleCnt="4"/>
      <dgm:spPr/>
    </dgm:pt>
    <dgm:pt modelId="{4D778E1A-D221-4F79-81D9-3F00C662E0BC}" type="pres">
      <dgm:prSet presAssocID="{C1BFC5B9-36F0-40E0-95F9-93B5C2FE56E8}" presName="text" presStyleLbl="fgAcc0" presStyleIdx="2" presStyleCnt="4">
        <dgm:presLayoutVars>
          <dgm:chPref val="3"/>
        </dgm:presLayoutVars>
      </dgm:prSet>
      <dgm:spPr/>
    </dgm:pt>
    <dgm:pt modelId="{8C17164E-6985-45B2-B241-81E78D7F1F89}" type="pres">
      <dgm:prSet presAssocID="{C1BFC5B9-36F0-40E0-95F9-93B5C2FE56E8}" presName="hierChild2" presStyleCnt="0"/>
      <dgm:spPr/>
    </dgm:pt>
    <dgm:pt modelId="{3AFF911D-BAC2-4286-8628-E200DEA014AE}" type="pres">
      <dgm:prSet presAssocID="{D194469A-4211-4198-9BF2-E24FA7EFFF10}" presName="hierRoot1" presStyleCnt="0"/>
      <dgm:spPr/>
    </dgm:pt>
    <dgm:pt modelId="{37C86F2D-10F6-4A94-B5F7-2DE4C42A9701}" type="pres">
      <dgm:prSet presAssocID="{D194469A-4211-4198-9BF2-E24FA7EFFF10}" presName="composite" presStyleCnt="0"/>
      <dgm:spPr/>
    </dgm:pt>
    <dgm:pt modelId="{A9B05C30-048B-4E4D-907F-E33C548074E7}" type="pres">
      <dgm:prSet presAssocID="{D194469A-4211-4198-9BF2-E24FA7EFFF10}" presName="background" presStyleLbl="node0" presStyleIdx="3" presStyleCnt="4"/>
      <dgm:spPr/>
    </dgm:pt>
    <dgm:pt modelId="{6A0EAA7E-A069-47FF-924B-D5BA380C1F74}" type="pres">
      <dgm:prSet presAssocID="{D194469A-4211-4198-9BF2-E24FA7EFFF10}" presName="text" presStyleLbl="fgAcc0" presStyleIdx="3" presStyleCnt="4">
        <dgm:presLayoutVars>
          <dgm:chPref val="3"/>
        </dgm:presLayoutVars>
      </dgm:prSet>
      <dgm:spPr/>
    </dgm:pt>
    <dgm:pt modelId="{B62366E9-EDF2-477E-A329-09AD78AB2D68}" type="pres">
      <dgm:prSet presAssocID="{D194469A-4211-4198-9BF2-E24FA7EFFF10}" presName="hierChild2" presStyleCnt="0"/>
      <dgm:spPr/>
    </dgm:pt>
  </dgm:ptLst>
  <dgm:cxnLst>
    <dgm:cxn modelId="{92534F05-9A9A-43C8-8143-3AA1C622A192}" srcId="{E0DFBA38-36EC-48A3-ADEC-B215DAB574F5}" destId="{5FC9B870-4AD3-4D16-9B3B-8D3E6F92674E}" srcOrd="0" destOrd="0" parTransId="{CE9F2874-F29B-4CF5-9C89-A1F6B3A16535}" sibTransId="{CD2293BC-05FA-43E5-9379-F4FB84EB2001}"/>
    <dgm:cxn modelId="{AF7F3824-D64A-4AD7-B00D-B9C39968A407}" type="presOf" srcId="{C1BFC5B9-36F0-40E0-95F9-93B5C2FE56E8}" destId="{4D778E1A-D221-4F79-81D9-3F00C662E0BC}" srcOrd="0" destOrd="0" presId="urn:microsoft.com/office/officeart/2005/8/layout/hierarchy1"/>
    <dgm:cxn modelId="{8BACE324-E5A1-4570-8FE2-39152184BA36}" type="presOf" srcId="{C46869B0-45CD-4493-B735-DBFE45E5933E}" destId="{287EC411-0106-42D1-8051-F5F265E69FB9}" srcOrd="0" destOrd="0" presId="urn:microsoft.com/office/officeart/2005/8/layout/hierarchy1"/>
    <dgm:cxn modelId="{1D31555E-151E-4883-AEC2-C95EF5549F34}" type="presOf" srcId="{D194469A-4211-4198-9BF2-E24FA7EFFF10}" destId="{6A0EAA7E-A069-47FF-924B-D5BA380C1F74}" srcOrd="0" destOrd="0" presId="urn:microsoft.com/office/officeart/2005/8/layout/hierarchy1"/>
    <dgm:cxn modelId="{B73A2343-D3E3-4889-8315-CA5F3670F387}" type="presOf" srcId="{E0DFBA38-36EC-48A3-ADEC-B215DAB574F5}" destId="{65BBF150-6C95-4370-AF5D-F500C36E564D}" srcOrd="0" destOrd="0" presId="urn:microsoft.com/office/officeart/2005/8/layout/hierarchy1"/>
    <dgm:cxn modelId="{7A0B326D-2889-4910-82DF-3BC9405DA96D}" srcId="{E0DFBA38-36EC-48A3-ADEC-B215DAB574F5}" destId="{C1BFC5B9-36F0-40E0-95F9-93B5C2FE56E8}" srcOrd="2" destOrd="0" parTransId="{47976168-973B-4923-BD11-B4EF4E90E944}" sibTransId="{FFC02EB1-64B6-48F0-8697-4893BC245BDF}"/>
    <dgm:cxn modelId="{2A886A7C-D37F-4DC0-924B-934511D83793}" srcId="{E0DFBA38-36EC-48A3-ADEC-B215DAB574F5}" destId="{D194469A-4211-4198-9BF2-E24FA7EFFF10}" srcOrd="3" destOrd="0" parTransId="{5C1B13F4-9C46-4E1E-B17E-CC7CCE2BB8E2}" sibTransId="{F3958E77-0E0C-4E09-8817-96010A9CB00A}"/>
    <dgm:cxn modelId="{BA83CD9B-7C17-4815-9FE7-0D0C9146F1DA}" srcId="{E0DFBA38-36EC-48A3-ADEC-B215DAB574F5}" destId="{C46869B0-45CD-4493-B735-DBFE45E5933E}" srcOrd="1" destOrd="0" parTransId="{C02AAC23-F6E3-4840-90C3-C2A14959B07E}" sibTransId="{4CD4AC49-992F-47F1-914E-178234C1515D}"/>
    <dgm:cxn modelId="{CB2D67E7-0C8E-4C79-810C-0BC56D76FF06}" type="presOf" srcId="{5FC9B870-4AD3-4D16-9B3B-8D3E6F92674E}" destId="{64B63BBE-FF5B-4305-B49F-F922C5F26939}" srcOrd="0" destOrd="0" presId="urn:microsoft.com/office/officeart/2005/8/layout/hierarchy1"/>
    <dgm:cxn modelId="{9508BBE6-BA06-4E7E-9A8A-047A7EB12E80}" type="presParOf" srcId="{65BBF150-6C95-4370-AF5D-F500C36E564D}" destId="{56DAC233-17A9-422F-8E23-31041FC4AF08}" srcOrd="0" destOrd="0" presId="urn:microsoft.com/office/officeart/2005/8/layout/hierarchy1"/>
    <dgm:cxn modelId="{8995178D-3437-453B-90B1-934161099AA6}" type="presParOf" srcId="{56DAC233-17A9-422F-8E23-31041FC4AF08}" destId="{DA54E302-5621-40F4-A64B-0F2FF673C72E}" srcOrd="0" destOrd="0" presId="urn:microsoft.com/office/officeart/2005/8/layout/hierarchy1"/>
    <dgm:cxn modelId="{89A2DB57-DD9B-4F4D-94BF-3696F7C1140C}" type="presParOf" srcId="{DA54E302-5621-40F4-A64B-0F2FF673C72E}" destId="{3BD93F72-8537-4974-92A9-6FAE1E54E31F}" srcOrd="0" destOrd="0" presId="urn:microsoft.com/office/officeart/2005/8/layout/hierarchy1"/>
    <dgm:cxn modelId="{3FF07717-2691-4543-9A14-C2192027C607}" type="presParOf" srcId="{DA54E302-5621-40F4-A64B-0F2FF673C72E}" destId="{64B63BBE-FF5B-4305-B49F-F922C5F26939}" srcOrd="1" destOrd="0" presId="urn:microsoft.com/office/officeart/2005/8/layout/hierarchy1"/>
    <dgm:cxn modelId="{8AAB8B7D-DCF7-4946-89F4-4443E64538C9}" type="presParOf" srcId="{56DAC233-17A9-422F-8E23-31041FC4AF08}" destId="{887065CA-7ACF-447E-945F-65D136A16CC1}" srcOrd="1" destOrd="0" presId="urn:microsoft.com/office/officeart/2005/8/layout/hierarchy1"/>
    <dgm:cxn modelId="{DD171373-4D1C-4FFD-ACF7-1C1D0215F13A}" type="presParOf" srcId="{65BBF150-6C95-4370-AF5D-F500C36E564D}" destId="{5D38D960-6145-49B6-A6F5-84597DE3F4F2}" srcOrd="1" destOrd="0" presId="urn:microsoft.com/office/officeart/2005/8/layout/hierarchy1"/>
    <dgm:cxn modelId="{753328BA-7A90-425F-A5D2-53B64BF64E61}" type="presParOf" srcId="{5D38D960-6145-49B6-A6F5-84597DE3F4F2}" destId="{F4B35DF7-6217-4773-B628-C1D18391336E}" srcOrd="0" destOrd="0" presId="urn:microsoft.com/office/officeart/2005/8/layout/hierarchy1"/>
    <dgm:cxn modelId="{52E333FE-E0AB-4D81-BA09-9C18A02BA1B5}" type="presParOf" srcId="{F4B35DF7-6217-4773-B628-C1D18391336E}" destId="{CB834776-D040-4F63-8DC1-6DEAB64A520D}" srcOrd="0" destOrd="0" presId="urn:microsoft.com/office/officeart/2005/8/layout/hierarchy1"/>
    <dgm:cxn modelId="{D44AE84F-C5B6-47CF-89F4-0CD4785926CC}" type="presParOf" srcId="{F4B35DF7-6217-4773-B628-C1D18391336E}" destId="{287EC411-0106-42D1-8051-F5F265E69FB9}" srcOrd="1" destOrd="0" presId="urn:microsoft.com/office/officeart/2005/8/layout/hierarchy1"/>
    <dgm:cxn modelId="{00791722-23EE-4A5F-9930-056E0DEE0B3F}" type="presParOf" srcId="{5D38D960-6145-49B6-A6F5-84597DE3F4F2}" destId="{AE4DF53F-707F-42E7-B833-9159F688ED48}" srcOrd="1" destOrd="0" presId="urn:microsoft.com/office/officeart/2005/8/layout/hierarchy1"/>
    <dgm:cxn modelId="{256091D9-4637-4F39-B018-BB09312AB6A2}" type="presParOf" srcId="{65BBF150-6C95-4370-AF5D-F500C36E564D}" destId="{279AF021-E919-4F47-85B7-0EAD32C8E9ED}" srcOrd="2" destOrd="0" presId="urn:microsoft.com/office/officeart/2005/8/layout/hierarchy1"/>
    <dgm:cxn modelId="{D8FEC5F8-8EBA-46D0-A85B-6D9C4AB7A55D}" type="presParOf" srcId="{279AF021-E919-4F47-85B7-0EAD32C8E9ED}" destId="{575EA996-E5E4-412C-A3A8-5A04BA139369}" srcOrd="0" destOrd="0" presId="urn:microsoft.com/office/officeart/2005/8/layout/hierarchy1"/>
    <dgm:cxn modelId="{EFD3258F-6476-42FB-BD67-616CD5045B72}" type="presParOf" srcId="{575EA996-E5E4-412C-A3A8-5A04BA139369}" destId="{61366EEC-5636-4ADB-9232-EBDB48FD9DD7}" srcOrd="0" destOrd="0" presId="urn:microsoft.com/office/officeart/2005/8/layout/hierarchy1"/>
    <dgm:cxn modelId="{DF8A3831-D3FB-4C9B-89C4-8EC0A343E321}" type="presParOf" srcId="{575EA996-E5E4-412C-A3A8-5A04BA139369}" destId="{4D778E1A-D221-4F79-81D9-3F00C662E0BC}" srcOrd="1" destOrd="0" presId="urn:microsoft.com/office/officeart/2005/8/layout/hierarchy1"/>
    <dgm:cxn modelId="{C853F4B9-1E3E-4AC1-8D1A-7DE560C8DE92}" type="presParOf" srcId="{279AF021-E919-4F47-85B7-0EAD32C8E9ED}" destId="{8C17164E-6985-45B2-B241-81E78D7F1F89}" srcOrd="1" destOrd="0" presId="urn:microsoft.com/office/officeart/2005/8/layout/hierarchy1"/>
    <dgm:cxn modelId="{7C1D41DD-796F-49B7-B6FE-06F0F83F2A1F}" type="presParOf" srcId="{65BBF150-6C95-4370-AF5D-F500C36E564D}" destId="{3AFF911D-BAC2-4286-8628-E200DEA014AE}" srcOrd="3" destOrd="0" presId="urn:microsoft.com/office/officeart/2005/8/layout/hierarchy1"/>
    <dgm:cxn modelId="{462B4154-35CD-4EDA-BDCA-EB276B61B625}" type="presParOf" srcId="{3AFF911D-BAC2-4286-8628-E200DEA014AE}" destId="{37C86F2D-10F6-4A94-B5F7-2DE4C42A9701}" srcOrd="0" destOrd="0" presId="urn:microsoft.com/office/officeart/2005/8/layout/hierarchy1"/>
    <dgm:cxn modelId="{3846E9AC-EE61-4747-9053-C32947ED24A9}" type="presParOf" srcId="{37C86F2D-10F6-4A94-B5F7-2DE4C42A9701}" destId="{A9B05C30-048B-4E4D-907F-E33C548074E7}" srcOrd="0" destOrd="0" presId="urn:microsoft.com/office/officeart/2005/8/layout/hierarchy1"/>
    <dgm:cxn modelId="{AFD3DDD7-B7B2-4969-90B0-275A1BE5C7EE}" type="presParOf" srcId="{37C86F2D-10F6-4A94-B5F7-2DE4C42A9701}" destId="{6A0EAA7E-A069-47FF-924B-D5BA380C1F74}" srcOrd="1" destOrd="0" presId="urn:microsoft.com/office/officeart/2005/8/layout/hierarchy1"/>
    <dgm:cxn modelId="{54F8A92B-FDD5-442E-B062-B99CACF4C8FF}" type="presParOf" srcId="{3AFF911D-BAC2-4286-8628-E200DEA014AE}" destId="{B62366E9-EDF2-477E-A329-09AD78AB2D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1CB36C-452F-484B-A122-6635D4F0FBE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3BDFD-6EA1-4531-8CCD-6838EFF84525}">
      <dgm:prSet/>
      <dgm:spPr/>
      <dgm:t>
        <a:bodyPr/>
        <a:lstStyle/>
        <a:p>
          <a:pPr>
            <a:defRPr cap="all"/>
          </a:pPr>
          <a:r>
            <a:rPr lang="es-MX" dirty="0"/>
            <a:t>Si </a:t>
          </a:r>
          <a:r>
            <a:rPr lang="es-MX" dirty="0" err="1"/>
            <a:t>label</a:t>
          </a:r>
          <a:r>
            <a:rPr lang="es-MX" dirty="0"/>
            <a:t> == '</a:t>
          </a:r>
          <a:r>
            <a:rPr lang="es-MX" dirty="0" err="1"/>
            <a:t>fractured</a:t>
          </a:r>
          <a:r>
            <a:rPr lang="es-MX" dirty="0"/>
            <a:t>' → ejecuta </a:t>
          </a:r>
          <a:r>
            <a:rPr lang="es-MX" dirty="0" err="1"/>
            <a:t>Grad</a:t>
          </a:r>
          <a:r>
            <a:rPr lang="es-MX" dirty="0"/>
            <a:t>-CAM</a:t>
          </a:r>
          <a:endParaRPr lang="en-US" dirty="0"/>
        </a:p>
      </dgm:t>
    </dgm:pt>
    <dgm:pt modelId="{8162691B-8D4E-4CE6-9956-093DFC8B4EE6}" type="parTrans" cxnId="{8DA9295B-034F-4245-9F04-92BD368F7AE3}">
      <dgm:prSet/>
      <dgm:spPr/>
      <dgm:t>
        <a:bodyPr/>
        <a:lstStyle/>
        <a:p>
          <a:endParaRPr lang="en-US"/>
        </a:p>
      </dgm:t>
    </dgm:pt>
    <dgm:pt modelId="{8B588B11-B743-4FA8-97A3-6D33DD0C53F6}" type="sibTrans" cxnId="{8DA9295B-034F-4245-9F04-92BD368F7AE3}">
      <dgm:prSet/>
      <dgm:spPr/>
      <dgm:t>
        <a:bodyPr/>
        <a:lstStyle/>
        <a:p>
          <a:endParaRPr lang="en-US"/>
        </a:p>
      </dgm:t>
    </dgm:pt>
    <dgm:pt modelId="{A7F49058-747B-46D0-9312-5BADA07DAE94}">
      <dgm:prSet/>
      <dgm:spPr/>
      <dgm:t>
        <a:bodyPr/>
        <a:lstStyle/>
        <a:p>
          <a:pPr>
            <a:defRPr cap="all"/>
          </a:pPr>
          <a:r>
            <a:rPr lang="es-MX" dirty="0"/>
            <a:t>Si </a:t>
          </a:r>
          <a:r>
            <a:rPr lang="es-MX" dirty="0" err="1"/>
            <a:t>label</a:t>
          </a:r>
          <a:r>
            <a:rPr lang="es-MX" dirty="0"/>
            <a:t> == '</a:t>
          </a:r>
          <a:r>
            <a:rPr lang="es-MX" dirty="0" err="1"/>
            <a:t>not_fractured</a:t>
          </a:r>
          <a:r>
            <a:rPr lang="es-MX" dirty="0"/>
            <a:t>' → salta directo a guardar</a:t>
          </a:r>
          <a:endParaRPr lang="en-US" dirty="0"/>
        </a:p>
      </dgm:t>
    </dgm:pt>
    <dgm:pt modelId="{C2BFBFD5-68FF-47A1-9F76-C2C3D054EBE9}" type="parTrans" cxnId="{B6C92710-320F-4394-924F-59A1E589ADCC}">
      <dgm:prSet/>
      <dgm:spPr/>
      <dgm:t>
        <a:bodyPr/>
        <a:lstStyle/>
        <a:p>
          <a:endParaRPr lang="en-US"/>
        </a:p>
      </dgm:t>
    </dgm:pt>
    <dgm:pt modelId="{6CC3BE61-562E-4DF1-92CF-198738455CD4}" type="sibTrans" cxnId="{B6C92710-320F-4394-924F-59A1E589ADCC}">
      <dgm:prSet/>
      <dgm:spPr/>
      <dgm:t>
        <a:bodyPr/>
        <a:lstStyle/>
        <a:p>
          <a:endParaRPr lang="en-US"/>
        </a:p>
      </dgm:t>
    </dgm:pt>
    <dgm:pt modelId="{6F8D1A35-8FDF-460C-85D5-CE1E55CD2641}" type="pres">
      <dgm:prSet presAssocID="{6E1CB36C-452F-484B-A122-6635D4F0FBE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4985469-C9A5-42CD-AFCB-563A01D75B4A}" type="pres">
      <dgm:prSet presAssocID="{1923BDFD-6EA1-4531-8CCD-6838EFF84525}" presName="hierRoot1" presStyleCnt="0"/>
      <dgm:spPr/>
    </dgm:pt>
    <dgm:pt modelId="{CE424826-37C1-4133-97A8-773AFC86A6E6}" type="pres">
      <dgm:prSet presAssocID="{1923BDFD-6EA1-4531-8CCD-6838EFF84525}" presName="composite" presStyleCnt="0"/>
      <dgm:spPr/>
    </dgm:pt>
    <dgm:pt modelId="{AB7AFFE1-48FC-483B-8889-870DDE5B8157}" type="pres">
      <dgm:prSet presAssocID="{1923BDFD-6EA1-4531-8CCD-6838EFF84525}" presName="background" presStyleLbl="node0" presStyleIdx="0" presStyleCnt="2"/>
      <dgm:spPr/>
    </dgm:pt>
    <dgm:pt modelId="{1E15B8B3-1373-4B38-9173-4039561963A1}" type="pres">
      <dgm:prSet presAssocID="{1923BDFD-6EA1-4531-8CCD-6838EFF84525}" presName="text" presStyleLbl="fgAcc0" presStyleIdx="0" presStyleCnt="2">
        <dgm:presLayoutVars>
          <dgm:chPref val="3"/>
        </dgm:presLayoutVars>
      </dgm:prSet>
      <dgm:spPr/>
    </dgm:pt>
    <dgm:pt modelId="{E572CC28-0B9E-41CD-8BB6-874E8C1E7DDC}" type="pres">
      <dgm:prSet presAssocID="{1923BDFD-6EA1-4531-8CCD-6838EFF84525}" presName="hierChild2" presStyleCnt="0"/>
      <dgm:spPr/>
    </dgm:pt>
    <dgm:pt modelId="{DDCE5629-1687-4A8E-9FA4-0CB8A3C99374}" type="pres">
      <dgm:prSet presAssocID="{A7F49058-747B-46D0-9312-5BADA07DAE94}" presName="hierRoot1" presStyleCnt="0"/>
      <dgm:spPr/>
    </dgm:pt>
    <dgm:pt modelId="{369263FD-D5F1-42CE-A1D8-4E652181D057}" type="pres">
      <dgm:prSet presAssocID="{A7F49058-747B-46D0-9312-5BADA07DAE94}" presName="composite" presStyleCnt="0"/>
      <dgm:spPr/>
    </dgm:pt>
    <dgm:pt modelId="{EF37C66C-AD69-4E3B-86CB-057DD3145B22}" type="pres">
      <dgm:prSet presAssocID="{A7F49058-747B-46D0-9312-5BADA07DAE94}" presName="background" presStyleLbl="node0" presStyleIdx="1" presStyleCnt="2"/>
      <dgm:spPr/>
    </dgm:pt>
    <dgm:pt modelId="{DC2C4039-68F6-4F09-855A-684BB2ECD0E5}" type="pres">
      <dgm:prSet presAssocID="{A7F49058-747B-46D0-9312-5BADA07DAE94}" presName="text" presStyleLbl="fgAcc0" presStyleIdx="1" presStyleCnt="2">
        <dgm:presLayoutVars>
          <dgm:chPref val="3"/>
        </dgm:presLayoutVars>
      </dgm:prSet>
      <dgm:spPr/>
    </dgm:pt>
    <dgm:pt modelId="{16EEC125-1D7B-4157-9402-459DC14232C4}" type="pres">
      <dgm:prSet presAssocID="{A7F49058-747B-46D0-9312-5BADA07DAE94}" presName="hierChild2" presStyleCnt="0"/>
      <dgm:spPr/>
    </dgm:pt>
  </dgm:ptLst>
  <dgm:cxnLst>
    <dgm:cxn modelId="{B6C92710-320F-4394-924F-59A1E589ADCC}" srcId="{6E1CB36C-452F-484B-A122-6635D4F0FBEB}" destId="{A7F49058-747B-46D0-9312-5BADA07DAE94}" srcOrd="1" destOrd="0" parTransId="{C2BFBFD5-68FF-47A1-9F76-C2C3D054EBE9}" sibTransId="{6CC3BE61-562E-4DF1-92CF-198738455CD4}"/>
    <dgm:cxn modelId="{29E5942E-CC5B-441B-80C1-9AFCD1A59C70}" type="presOf" srcId="{6E1CB36C-452F-484B-A122-6635D4F0FBEB}" destId="{6F8D1A35-8FDF-460C-85D5-CE1E55CD2641}" srcOrd="0" destOrd="0" presId="urn:microsoft.com/office/officeart/2005/8/layout/hierarchy1"/>
    <dgm:cxn modelId="{8DA9295B-034F-4245-9F04-92BD368F7AE3}" srcId="{6E1CB36C-452F-484B-A122-6635D4F0FBEB}" destId="{1923BDFD-6EA1-4531-8CCD-6838EFF84525}" srcOrd="0" destOrd="0" parTransId="{8162691B-8D4E-4CE6-9956-093DFC8B4EE6}" sibTransId="{8B588B11-B743-4FA8-97A3-6D33DD0C53F6}"/>
    <dgm:cxn modelId="{3F153993-5B2A-4F08-AA5F-9A00D3594015}" type="presOf" srcId="{A7F49058-747B-46D0-9312-5BADA07DAE94}" destId="{DC2C4039-68F6-4F09-855A-684BB2ECD0E5}" srcOrd="0" destOrd="0" presId="urn:microsoft.com/office/officeart/2005/8/layout/hierarchy1"/>
    <dgm:cxn modelId="{231C87C2-779B-45B7-8D4E-CD9C8D8F5BC1}" type="presOf" srcId="{1923BDFD-6EA1-4531-8CCD-6838EFF84525}" destId="{1E15B8B3-1373-4B38-9173-4039561963A1}" srcOrd="0" destOrd="0" presId="urn:microsoft.com/office/officeart/2005/8/layout/hierarchy1"/>
    <dgm:cxn modelId="{C87FFA5A-53E7-484F-94F1-DDAC0910E634}" type="presParOf" srcId="{6F8D1A35-8FDF-460C-85D5-CE1E55CD2641}" destId="{04985469-C9A5-42CD-AFCB-563A01D75B4A}" srcOrd="0" destOrd="0" presId="urn:microsoft.com/office/officeart/2005/8/layout/hierarchy1"/>
    <dgm:cxn modelId="{CE6FD0FC-2E0C-497B-A090-EE7939092FFF}" type="presParOf" srcId="{04985469-C9A5-42CD-AFCB-563A01D75B4A}" destId="{CE424826-37C1-4133-97A8-773AFC86A6E6}" srcOrd="0" destOrd="0" presId="urn:microsoft.com/office/officeart/2005/8/layout/hierarchy1"/>
    <dgm:cxn modelId="{DDE8A240-950F-4DE3-85A5-0571BDA4895B}" type="presParOf" srcId="{CE424826-37C1-4133-97A8-773AFC86A6E6}" destId="{AB7AFFE1-48FC-483B-8889-870DDE5B8157}" srcOrd="0" destOrd="0" presId="urn:microsoft.com/office/officeart/2005/8/layout/hierarchy1"/>
    <dgm:cxn modelId="{5D144543-3A13-4293-AFA1-55DA7FB6E50D}" type="presParOf" srcId="{CE424826-37C1-4133-97A8-773AFC86A6E6}" destId="{1E15B8B3-1373-4B38-9173-4039561963A1}" srcOrd="1" destOrd="0" presId="urn:microsoft.com/office/officeart/2005/8/layout/hierarchy1"/>
    <dgm:cxn modelId="{D0054395-9436-42F5-AF39-1F861D026647}" type="presParOf" srcId="{04985469-C9A5-42CD-AFCB-563A01D75B4A}" destId="{E572CC28-0B9E-41CD-8BB6-874E8C1E7DDC}" srcOrd="1" destOrd="0" presId="urn:microsoft.com/office/officeart/2005/8/layout/hierarchy1"/>
    <dgm:cxn modelId="{CA7BE8E6-B17B-4416-990C-38FE926BA4B4}" type="presParOf" srcId="{6F8D1A35-8FDF-460C-85D5-CE1E55CD2641}" destId="{DDCE5629-1687-4A8E-9FA4-0CB8A3C99374}" srcOrd="1" destOrd="0" presId="urn:microsoft.com/office/officeart/2005/8/layout/hierarchy1"/>
    <dgm:cxn modelId="{9F2111BC-DB0D-4FF3-A06E-91737719A297}" type="presParOf" srcId="{DDCE5629-1687-4A8E-9FA4-0CB8A3C99374}" destId="{369263FD-D5F1-42CE-A1D8-4E652181D057}" srcOrd="0" destOrd="0" presId="urn:microsoft.com/office/officeart/2005/8/layout/hierarchy1"/>
    <dgm:cxn modelId="{9C1B51A2-C186-4D1D-A838-07DEDA9214D7}" type="presParOf" srcId="{369263FD-D5F1-42CE-A1D8-4E652181D057}" destId="{EF37C66C-AD69-4E3B-86CB-057DD3145B22}" srcOrd="0" destOrd="0" presId="urn:microsoft.com/office/officeart/2005/8/layout/hierarchy1"/>
    <dgm:cxn modelId="{93BBE6A6-C007-44D2-AFE6-576D87B60E70}" type="presParOf" srcId="{369263FD-D5F1-42CE-A1D8-4E652181D057}" destId="{DC2C4039-68F6-4F09-855A-684BB2ECD0E5}" srcOrd="1" destOrd="0" presId="urn:microsoft.com/office/officeart/2005/8/layout/hierarchy1"/>
    <dgm:cxn modelId="{5D2851C7-430F-4A31-8DFC-B42EA0A3EC60}" type="presParOf" srcId="{DDCE5629-1687-4A8E-9FA4-0CB8A3C99374}" destId="{16EEC125-1D7B-4157-9402-459DC14232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39F467-32BB-4075-BAE6-763E395714F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C017C5-64B5-4CC2-BF1A-825EE07D38FD}">
      <dgm:prSet/>
      <dgm:spPr/>
      <dgm:t>
        <a:bodyPr/>
        <a:lstStyle/>
        <a:p>
          <a:r>
            <a:rPr lang="es-ES"/>
            <a:t>Solo se ejecuta si hay fractura detectada</a:t>
          </a:r>
          <a:endParaRPr lang="en-US"/>
        </a:p>
      </dgm:t>
    </dgm:pt>
    <dgm:pt modelId="{26840A5C-FBC8-445F-BB18-7629B4571311}" type="parTrans" cxnId="{C4B234A8-84A0-43B1-889B-DBCC45DDEDAE}">
      <dgm:prSet/>
      <dgm:spPr/>
      <dgm:t>
        <a:bodyPr/>
        <a:lstStyle/>
        <a:p>
          <a:endParaRPr lang="en-US"/>
        </a:p>
      </dgm:t>
    </dgm:pt>
    <dgm:pt modelId="{31028CB2-8059-4D98-98F6-A31C7C76FB88}" type="sibTrans" cxnId="{C4B234A8-84A0-43B1-889B-DBCC45DDEDAE}">
      <dgm:prSet/>
      <dgm:spPr/>
      <dgm:t>
        <a:bodyPr/>
        <a:lstStyle/>
        <a:p>
          <a:endParaRPr lang="en-US"/>
        </a:p>
      </dgm:t>
    </dgm:pt>
    <dgm:pt modelId="{7E0C95F8-8587-46D7-9B38-9A644FE51205}">
      <dgm:prSet/>
      <dgm:spPr/>
      <dgm:t>
        <a:bodyPr/>
        <a:lstStyle/>
        <a:p>
          <a:r>
            <a:rPr lang="es-ES"/>
            <a:t>Genera mapa de calor con áreas relevantes</a:t>
          </a:r>
          <a:endParaRPr lang="en-US"/>
        </a:p>
      </dgm:t>
    </dgm:pt>
    <dgm:pt modelId="{FC38D256-BA61-4B33-9967-B30F11A49EAE}" type="parTrans" cxnId="{F8C4C9C6-F2F8-41A8-A1D6-5BC657107C68}">
      <dgm:prSet/>
      <dgm:spPr/>
      <dgm:t>
        <a:bodyPr/>
        <a:lstStyle/>
        <a:p>
          <a:endParaRPr lang="en-US"/>
        </a:p>
      </dgm:t>
    </dgm:pt>
    <dgm:pt modelId="{09CF33DB-B2E2-4AF9-B5F1-71BDA6666F54}" type="sibTrans" cxnId="{F8C4C9C6-F2F8-41A8-A1D6-5BC657107C68}">
      <dgm:prSet/>
      <dgm:spPr/>
      <dgm:t>
        <a:bodyPr/>
        <a:lstStyle/>
        <a:p>
          <a:endParaRPr lang="en-US"/>
        </a:p>
      </dgm:t>
    </dgm:pt>
    <dgm:pt modelId="{B7013482-AA71-481D-BF56-7212D88B6A21}">
      <dgm:prSet/>
      <dgm:spPr/>
      <dgm:t>
        <a:bodyPr/>
        <a:lstStyle/>
        <a:p>
          <a:r>
            <a:rPr lang="es-ES" dirty="0"/>
            <a:t>Usa </a:t>
          </a:r>
          <a:r>
            <a:rPr lang="es-ES" dirty="0" err="1"/>
            <a:t>Grad</a:t>
          </a:r>
          <a:r>
            <a:rPr lang="es-ES" dirty="0"/>
            <a:t>-CAM sobre layer4 de ResNet50</a:t>
          </a:r>
          <a:endParaRPr lang="en-US" dirty="0"/>
        </a:p>
      </dgm:t>
    </dgm:pt>
    <dgm:pt modelId="{F9CAC1D6-0C40-4BCF-B335-472A695F0CEF}" type="parTrans" cxnId="{F86190FE-1237-487A-B2C5-34174590EB7A}">
      <dgm:prSet/>
      <dgm:spPr/>
      <dgm:t>
        <a:bodyPr/>
        <a:lstStyle/>
        <a:p>
          <a:endParaRPr lang="en-US"/>
        </a:p>
      </dgm:t>
    </dgm:pt>
    <dgm:pt modelId="{F74987C0-90AB-408A-9D01-E224938A2F15}" type="sibTrans" cxnId="{F86190FE-1237-487A-B2C5-34174590EB7A}">
      <dgm:prSet/>
      <dgm:spPr/>
      <dgm:t>
        <a:bodyPr/>
        <a:lstStyle/>
        <a:p>
          <a:endParaRPr lang="en-US"/>
        </a:p>
      </dgm:t>
    </dgm:pt>
    <dgm:pt modelId="{EFE18DF4-E5EC-4FEA-AC4B-D808812D4EA6}">
      <dgm:prSet/>
      <dgm:spPr/>
      <dgm:t>
        <a:bodyPr/>
        <a:lstStyle/>
        <a:p>
          <a:r>
            <a:rPr lang="es-ES"/>
            <a:t>Guarda imagen en data/heatmaps/</a:t>
          </a:r>
          <a:endParaRPr lang="en-US"/>
        </a:p>
      </dgm:t>
    </dgm:pt>
    <dgm:pt modelId="{C1AA9C64-A360-417D-AB81-DC05AD11A625}" type="parTrans" cxnId="{0F3414DE-3109-43BD-9795-71C9A18E888E}">
      <dgm:prSet/>
      <dgm:spPr/>
      <dgm:t>
        <a:bodyPr/>
        <a:lstStyle/>
        <a:p>
          <a:endParaRPr lang="en-US"/>
        </a:p>
      </dgm:t>
    </dgm:pt>
    <dgm:pt modelId="{8016AA96-402B-4DB7-BB56-2FC028383252}" type="sibTrans" cxnId="{0F3414DE-3109-43BD-9795-71C9A18E888E}">
      <dgm:prSet/>
      <dgm:spPr/>
      <dgm:t>
        <a:bodyPr/>
        <a:lstStyle/>
        <a:p>
          <a:endParaRPr lang="en-US"/>
        </a:p>
      </dgm:t>
    </dgm:pt>
    <dgm:pt modelId="{088C28A5-13B2-49F2-B3E0-8F430B9FB21A}" type="pres">
      <dgm:prSet presAssocID="{6939F467-32BB-4075-BAE6-763E395714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AF122A-1C30-4B19-B117-DACEBFD9F5ED}" type="pres">
      <dgm:prSet presAssocID="{6AC017C5-64B5-4CC2-BF1A-825EE07D38FD}" presName="hierRoot1" presStyleCnt="0"/>
      <dgm:spPr/>
    </dgm:pt>
    <dgm:pt modelId="{4F1DA188-08FE-4FEF-B3E5-183CDB3702C1}" type="pres">
      <dgm:prSet presAssocID="{6AC017C5-64B5-4CC2-BF1A-825EE07D38FD}" presName="composite" presStyleCnt="0"/>
      <dgm:spPr/>
    </dgm:pt>
    <dgm:pt modelId="{E6BE25B3-4E12-4050-9015-EFA4FA2A6EE3}" type="pres">
      <dgm:prSet presAssocID="{6AC017C5-64B5-4CC2-BF1A-825EE07D38FD}" presName="background" presStyleLbl="node0" presStyleIdx="0" presStyleCnt="4"/>
      <dgm:spPr/>
    </dgm:pt>
    <dgm:pt modelId="{B13D869F-FD5C-4D46-9DF0-038F7BD06F6D}" type="pres">
      <dgm:prSet presAssocID="{6AC017C5-64B5-4CC2-BF1A-825EE07D38FD}" presName="text" presStyleLbl="fgAcc0" presStyleIdx="0" presStyleCnt="4">
        <dgm:presLayoutVars>
          <dgm:chPref val="3"/>
        </dgm:presLayoutVars>
      </dgm:prSet>
      <dgm:spPr/>
    </dgm:pt>
    <dgm:pt modelId="{CE8F1B40-186E-466A-859F-C08E12F2E146}" type="pres">
      <dgm:prSet presAssocID="{6AC017C5-64B5-4CC2-BF1A-825EE07D38FD}" presName="hierChild2" presStyleCnt="0"/>
      <dgm:spPr/>
    </dgm:pt>
    <dgm:pt modelId="{CA86CCE5-E15C-4698-A54F-F7ABDA14DF65}" type="pres">
      <dgm:prSet presAssocID="{7E0C95F8-8587-46D7-9B38-9A644FE51205}" presName="hierRoot1" presStyleCnt="0"/>
      <dgm:spPr/>
    </dgm:pt>
    <dgm:pt modelId="{38EBF233-F57D-4628-A840-1E2725F54E12}" type="pres">
      <dgm:prSet presAssocID="{7E0C95F8-8587-46D7-9B38-9A644FE51205}" presName="composite" presStyleCnt="0"/>
      <dgm:spPr/>
    </dgm:pt>
    <dgm:pt modelId="{DB9D5548-5F80-457C-AC6E-25880488F139}" type="pres">
      <dgm:prSet presAssocID="{7E0C95F8-8587-46D7-9B38-9A644FE51205}" presName="background" presStyleLbl="node0" presStyleIdx="1" presStyleCnt="4"/>
      <dgm:spPr/>
    </dgm:pt>
    <dgm:pt modelId="{B5232098-EDE8-4F43-8489-0FCEB67103AC}" type="pres">
      <dgm:prSet presAssocID="{7E0C95F8-8587-46D7-9B38-9A644FE51205}" presName="text" presStyleLbl="fgAcc0" presStyleIdx="1" presStyleCnt="4">
        <dgm:presLayoutVars>
          <dgm:chPref val="3"/>
        </dgm:presLayoutVars>
      </dgm:prSet>
      <dgm:spPr/>
    </dgm:pt>
    <dgm:pt modelId="{815C63B0-7B16-4AB7-AC32-FABD17747AD7}" type="pres">
      <dgm:prSet presAssocID="{7E0C95F8-8587-46D7-9B38-9A644FE51205}" presName="hierChild2" presStyleCnt="0"/>
      <dgm:spPr/>
    </dgm:pt>
    <dgm:pt modelId="{7775292F-7635-4B9D-A49F-307D1BB77C08}" type="pres">
      <dgm:prSet presAssocID="{B7013482-AA71-481D-BF56-7212D88B6A21}" presName="hierRoot1" presStyleCnt="0"/>
      <dgm:spPr/>
    </dgm:pt>
    <dgm:pt modelId="{8B46DA74-CC6E-4D3D-858C-0C988A68C202}" type="pres">
      <dgm:prSet presAssocID="{B7013482-AA71-481D-BF56-7212D88B6A21}" presName="composite" presStyleCnt="0"/>
      <dgm:spPr/>
    </dgm:pt>
    <dgm:pt modelId="{E78538B7-2B64-40B0-ABF2-FE5FDA3F4C37}" type="pres">
      <dgm:prSet presAssocID="{B7013482-AA71-481D-BF56-7212D88B6A21}" presName="background" presStyleLbl="node0" presStyleIdx="2" presStyleCnt="4"/>
      <dgm:spPr/>
    </dgm:pt>
    <dgm:pt modelId="{2111791B-E0DF-47C0-BFA6-D6B884DAB9F9}" type="pres">
      <dgm:prSet presAssocID="{B7013482-AA71-481D-BF56-7212D88B6A21}" presName="text" presStyleLbl="fgAcc0" presStyleIdx="2" presStyleCnt="4">
        <dgm:presLayoutVars>
          <dgm:chPref val="3"/>
        </dgm:presLayoutVars>
      </dgm:prSet>
      <dgm:spPr/>
    </dgm:pt>
    <dgm:pt modelId="{F1FBC3E2-683F-4583-B31E-EEF7F4CA8CD9}" type="pres">
      <dgm:prSet presAssocID="{B7013482-AA71-481D-BF56-7212D88B6A21}" presName="hierChild2" presStyleCnt="0"/>
      <dgm:spPr/>
    </dgm:pt>
    <dgm:pt modelId="{B15A57F5-A3C2-48D3-820D-E4A737D0B89E}" type="pres">
      <dgm:prSet presAssocID="{EFE18DF4-E5EC-4FEA-AC4B-D808812D4EA6}" presName="hierRoot1" presStyleCnt="0"/>
      <dgm:spPr/>
    </dgm:pt>
    <dgm:pt modelId="{88DCAD23-ADB1-429D-9C32-0B9BE6C83760}" type="pres">
      <dgm:prSet presAssocID="{EFE18DF4-E5EC-4FEA-AC4B-D808812D4EA6}" presName="composite" presStyleCnt="0"/>
      <dgm:spPr/>
    </dgm:pt>
    <dgm:pt modelId="{E0A771C3-850B-4B49-9868-B802A91464F9}" type="pres">
      <dgm:prSet presAssocID="{EFE18DF4-E5EC-4FEA-AC4B-D808812D4EA6}" presName="background" presStyleLbl="node0" presStyleIdx="3" presStyleCnt="4"/>
      <dgm:spPr/>
    </dgm:pt>
    <dgm:pt modelId="{1461282A-5498-457E-9D60-90096333FE1E}" type="pres">
      <dgm:prSet presAssocID="{EFE18DF4-E5EC-4FEA-AC4B-D808812D4EA6}" presName="text" presStyleLbl="fgAcc0" presStyleIdx="3" presStyleCnt="4">
        <dgm:presLayoutVars>
          <dgm:chPref val="3"/>
        </dgm:presLayoutVars>
      </dgm:prSet>
      <dgm:spPr/>
    </dgm:pt>
    <dgm:pt modelId="{73EE2471-1C9B-4079-B620-1D71E0C83051}" type="pres">
      <dgm:prSet presAssocID="{EFE18DF4-E5EC-4FEA-AC4B-D808812D4EA6}" presName="hierChild2" presStyleCnt="0"/>
      <dgm:spPr/>
    </dgm:pt>
  </dgm:ptLst>
  <dgm:cxnLst>
    <dgm:cxn modelId="{FF98644D-3063-4986-B874-20DA938EF1C1}" type="presOf" srcId="{EFE18DF4-E5EC-4FEA-AC4B-D808812D4EA6}" destId="{1461282A-5498-457E-9D60-90096333FE1E}" srcOrd="0" destOrd="0" presId="urn:microsoft.com/office/officeart/2005/8/layout/hierarchy1"/>
    <dgm:cxn modelId="{53073896-C16E-411D-9732-979841BCFBC7}" type="presOf" srcId="{7E0C95F8-8587-46D7-9B38-9A644FE51205}" destId="{B5232098-EDE8-4F43-8489-0FCEB67103AC}" srcOrd="0" destOrd="0" presId="urn:microsoft.com/office/officeart/2005/8/layout/hierarchy1"/>
    <dgm:cxn modelId="{7F108297-1CDE-460F-9FEE-4C2B5914FBFC}" type="presOf" srcId="{6939F467-32BB-4075-BAE6-763E395714FF}" destId="{088C28A5-13B2-49F2-B3E0-8F430B9FB21A}" srcOrd="0" destOrd="0" presId="urn:microsoft.com/office/officeart/2005/8/layout/hierarchy1"/>
    <dgm:cxn modelId="{C4B234A8-84A0-43B1-889B-DBCC45DDEDAE}" srcId="{6939F467-32BB-4075-BAE6-763E395714FF}" destId="{6AC017C5-64B5-4CC2-BF1A-825EE07D38FD}" srcOrd="0" destOrd="0" parTransId="{26840A5C-FBC8-445F-BB18-7629B4571311}" sibTransId="{31028CB2-8059-4D98-98F6-A31C7C76FB88}"/>
    <dgm:cxn modelId="{3F34D9C0-A228-4AD2-9E7A-058549F0A3EC}" type="presOf" srcId="{6AC017C5-64B5-4CC2-BF1A-825EE07D38FD}" destId="{B13D869F-FD5C-4D46-9DF0-038F7BD06F6D}" srcOrd="0" destOrd="0" presId="urn:microsoft.com/office/officeart/2005/8/layout/hierarchy1"/>
    <dgm:cxn modelId="{F8C4C9C6-F2F8-41A8-A1D6-5BC657107C68}" srcId="{6939F467-32BB-4075-BAE6-763E395714FF}" destId="{7E0C95F8-8587-46D7-9B38-9A644FE51205}" srcOrd="1" destOrd="0" parTransId="{FC38D256-BA61-4B33-9967-B30F11A49EAE}" sibTransId="{09CF33DB-B2E2-4AF9-B5F1-71BDA6666F54}"/>
    <dgm:cxn modelId="{C14440D2-F3ED-42E9-804E-D846BA209C86}" type="presOf" srcId="{B7013482-AA71-481D-BF56-7212D88B6A21}" destId="{2111791B-E0DF-47C0-BFA6-D6B884DAB9F9}" srcOrd="0" destOrd="0" presId="urn:microsoft.com/office/officeart/2005/8/layout/hierarchy1"/>
    <dgm:cxn modelId="{0F3414DE-3109-43BD-9795-71C9A18E888E}" srcId="{6939F467-32BB-4075-BAE6-763E395714FF}" destId="{EFE18DF4-E5EC-4FEA-AC4B-D808812D4EA6}" srcOrd="3" destOrd="0" parTransId="{C1AA9C64-A360-417D-AB81-DC05AD11A625}" sibTransId="{8016AA96-402B-4DB7-BB56-2FC028383252}"/>
    <dgm:cxn modelId="{F86190FE-1237-487A-B2C5-34174590EB7A}" srcId="{6939F467-32BB-4075-BAE6-763E395714FF}" destId="{B7013482-AA71-481D-BF56-7212D88B6A21}" srcOrd="2" destOrd="0" parTransId="{F9CAC1D6-0C40-4BCF-B335-472A695F0CEF}" sibTransId="{F74987C0-90AB-408A-9D01-E224938A2F15}"/>
    <dgm:cxn modelId="{471FC062-E298-4AC3-A36D-B898855F3B44}" type="presParOf" srcId="{088C28A5-13B2-49F2-B3E0-8F430B9FB21A}" destId="{EDAF122A-1C30-4B19-B117-DACEBFD9F5ED}" srcOrd="0" destOrd="0" presId="urn:microsoft.com/office/officeart/2005/8/layout/hierarchy1"/>
    <dgm:cxn modelId="{590D3A78-191D-4CD4-8466-990FA0DF2D74}" type="presParOf" srcId="{EDAF122A-1C30-4B19-B117-DACEBFD9F5ED}" destId="{4F1DA188-08FE-4FEF-B3E5-183CDB3702C1}" srcOrd="0" destOrd="0" presId="urn:microsoft.com/office/officeart/2005/8/layout/hierarchy1"/>
    <dgm:cxn modelId="{B549C992-2166-4BB5-946C-4F4B31C0DB4F}" type="presParOf" srcId="{4F1DA188-08FE-4FEF-B3E5-183CDB3702C1}" destId="{E6BE25B3-4E12-4050-9015-EFA4FA2A6EE3}" srcOrd="0" destOrd="0" presId="urn:microsoft.com/office/officeart/2005/8/layout/hierarchy1"/>
    <dgm:cxn modelId="{168BF88D-7CC7-44B1-9756-9FBF06B4D0C7}" type="presParOf" srcId="{4F1DA188-08FE-4FEF-B3E5-183CDB3702C1}" destId="{B13D869F-FD5C-4D46-9DF0-038F7BD06F6D}" srcOrd="1" destOrd="0" presId="urn:microsoft.com/office/officeart/2005/8/layout/hierarchy1"/>
    <dgm:cxn modelId="{9BCCE84D-11F5-4622-9C89-74FE41C5A68B}" type="presParOf" srcId="{EDAF122A-1C30-4B19-B117-DACEBFD9F5ED}" destId="{CE8F1B40-186E-466A-859F-C08E12F2E146}" srcOrd="1" destOrd="0" presId="urn:microsoft.com/office/officeart/2005/8/layout/hierarchy1"/>
    <dgm:cxn modelId="{6CD09B94-3AE7-4FC7-BD0D-849A606444D3}" type="presParOf" srcId="{088C28A5-13B2-49F2-B3E0-8F430B9FB21A}" destId="{CA86CCE5-E15C-4698-A54F-F7ABDA14DF65}" srcOrd="1" destOrd="0" presId="urn:microsoft.com/office/officeart/2005/8/layout/hierarchy1"/>
    <dgm:cxn modelId="{AF557385-4738-4E32-8916-D654C492180C}" type="presParOf" srcId="{CA86CCE5-E15C-4698-A54F-F7ABDA14DF65}" destId="{38EBF233-F57D-4628-A840-1E2725F54E12}" srcOrd="0" destOrd="0" presId="urn:microsoft.com/office/officeart/2005/8/layout/hierarchy1"/>
    <dgm:cxn modelId="{067BEC29-32B8-430B-8419-D2843591B7A7}" type="presParOf" srcId="{38EBF233-F57D-4628-A840-1E2725F54E12}" destId="{DB9D5548-5F80-457C-AC6E-25880488F139}" srcOrd="0" destOrd="0" presId="urn:microsoft.com/office/officeart/2005/8/layout/hierarchy1"/>
    <dgm:cxn modelId="{E21F278C-67CE-4BDD-9531-0AE979F86DC6}" type="presParOf" srcId="{38EBF233-F57D-4628-A840-1E2725F54E12}" destId="{B5232098-EDE8-4F43-8489-0FCEB67103AC}" srcOrd="1" destOrd="0" presId="urn:microsoft.com/office/officeart/2005/8/layout/hierarchy1"/>
    <dgm:cxn modelId="{415EB68E-EB30-4395-A572-C0E4329578F6}" type="presParOf" srcId="{CA86CCE5-E15C-4698-A54F-F7ABDA14DF65}" destId="{815C63B0-7B16-4AB7-AC32-FABD17747AD7}" srcOrd="1" destOrd="0" presId="urn:microsoft.com/office/officeart/2005/8/layout/hierarchy1"/>
    <dgm:cxn modelId="{9EE2B82C-BA1F-45F3-9FA8-7AA8501A131E}" type="presParOf" srcId="{088C28A5-13B2-49F2-B3E0-8F430B9FB21A}" destId="{7775292F-7635-4B9D-A49F-307D1BB77C08}" srcOrd="2" destOrd="0" presId="urn:microsoft.com/office/officeart/2005/8/layout/hierarchy1"/>
    <dgm:cxn modelId="{246063BC-EC41-496A-9030-55812D25C983}" type="presParOf" srcId="{7775292F-7635-4B9D-A49F-307D1BB77C08}" destId="{8B46DA74-CC6E-4D3D-858C-0C988A68C202}" srcOrd="0" destOrd="0" presId="urn:microsoft.com/office/officeart/2005/8/layout/hierarchy1"/>
    <dgm:cxn modelId="{1C1195CC-CA94-4DFC-BB89-8B6BFE8BB31C}" type="presParOf" srcId="{8B46DA74-CC6E-4D3D-858C-0C988A68C202}" destId="{E78538B7-2B64-40B0-ABF2-FE5FDA3F4C37}" srcOrd="0" destOrd="0" presId="urn:microsoft.com/office/officeart/2005/8/layout/hierarchy1"/>
    <dgm:cxn modelId="{495D12F0-AC0E-42B7-84BC-BF0CCC2AE995}" type="presParOf" srcId="{8B46DA74-CC6E-4D3D-858C-0C988A68C202}" destId="{2111791B-E0DF-47C0-BFA6-D6B884DAB9F9}" srcOrd="1" destOrd="0" presId="urn:microsoft.com/office/officeart/2005/8/layout/hierarchy1"/>
    <dgm:cxn modelId="{5EB9E9AD-3827-47B0-A84E-07B316062814}" type="presParOf" srcId="{7775292F-7635-4B9D-A49F-307D1BB77C08}" destId="{F1FBC3E2-683F-4583-B31E-EEF7F4CA8CD9}" srcOrd="1" destOrd="0" presId="urn:microsoft.com/office/officeart/2005/8/layout/hierarchy1"/>
    <dgm:cxn modelId="{4AACC722-89EF-4A59-926A-977B3F6AA803}" type="presParOf" srcId="{088C28A5-13B2-49F2-B3E0-8F430B9FB21A}" destId="{B15A57F5-A3C2-48D3-820D-E4A737D0B89E}" srcOrd="3" destOrd="0" presId="urn:microsoft.com/office/officeart/2005/8/layout/hierarchy1"/>
    <dgm:cxn modelId="{0018C718-B750-4F41-9FDD-376A2A5628D1}" type="presParOf" srcId="{B15A57F5-A3C2-48D3-820D-E4A737D0B89E}" destId="{88DCAD23-ADB1-429D-9C32-0B9BE6C83760}" srcOrd="0" destOrd="0" presId="urn:microsoft.com/office/officeart/2005/8/layout/hierarchy1"/>
    <dgm:cxn modelId="{7824C2B0-04D9-4607-BDD5-8F943B6726CD}" type="presParOf" srcId="{88DCAD23-ADB1-429D-9C32-0B9BE6C83760}" destId="{E0A771C3-850B-4B49-9868-B802A91464F9}" srcOrd="0" destOrd="0" presId="urn:microsoft.com/office/officeart/2005/8/layout/hierarchy1"/>
    <dgm:cxn modelId="{6D7B6B52-6B29-4619-B9C4-0182FAA64BAC}" type="presParOf" srcId="{88DCAD23-ADB1-429D-9C32-0B9BE6C83760}" destId="{1461282A-5498-457E-9D60-90096333FE1E}" srcOrd="1" destOrd="0" presId="urn:microsoft.com/office/officeart/2005/8/layout/hierarchy1"/>
    <dgm:cxn modelId="{3477644E-36E6-419A-8954-D2F9BB2A9EB5}" type="presParOf" srcId="{B15A57F5-A3C2-48D3-820D-E4A737D0B89E}" destId="{73EE2471-1C9B-4079-B620-1D71E0C830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F818E6-C6EE-41A7-B268-55E8E6563B8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E55DA4-B7F2-49FE-864A-84C8D5FEC5C9}">
      <dgm:prSet/>
      <dgm:spPr/>
      <dgm:t>
        <a:bodyPr/>
        <a:lstStyle/>
        <a:p>
          <a:r>
            <a:rPr lang="es-ES"/>
            <a:t>Genera JSON con resultados finales</a:t>
          </a:r>
          <a:endParaRPr lang="en-US"/>
        </a:p>
      </dgm:t>
    </dgm:pt>
    <dgm:pt modelId="{96EBC93E-8E55-4BF3-8974-A6095A0D9F24}" type="parTrans" cxnId="{10F4D124-B627-4FC9-A690-0106280A1E27}">
      <dgm:prSet/>
      <dgm:spPr/>
      <dgm:t>
        <a:bodyPr/>
        <a:lstStyle/>
        <a:p>
          <a:endParaRPr lang="en-US"/>
        </a:p>
      </dgm:t>
    </dgm:pt>
    <dgm:pt modelId="{19C1907B-D09D-4C89-BCD1-0CBA93852D05}" type="sibTrans" cxnId="{10F4D124-B627-4FC9-A690-0106280A1E27}">
      <dgm:prSet/>
      <dgm:spPr/>
      <dgm:t>
        <a:bodyPr/>
        <a:lstStyle/>
        <a:p>
          <a:endParaRPr lang="en-US"/>
        </a:p>
      </dgm:t>
    </dgm:pt>
    <dgm:pt modelId="{65EBC29C-6C05-4013-AE05-E029F7A94B11}">
      <dgm:prSet/>
      <dgm:spPr/>
      <dgm:t>
        <a:bodyPr/>
        <a:lstStyle/>
        <a:p>
          <a:r>
            <a:rPr lang="es-ES"/>
            <a:t>Incluye: filename, label, score, heatmap_path</a:t>
          </a:r>
          <a:endParaRPr lang="en-US"/>
        </a:p>
      </dgm:t>
    </dgm:pt>
    <dgm:pt modelId="{81105725-BDFE-47BB-ADB9-5608B48BF4B5}" type="parTrans" cxnId="{0FC0E5AF-F8FA-454E-8E0C-C3F1B75D886C}">
      <dgm:prSet/>
      <dgm:spPr/>
      <dgm:t>
        <a:bodyPr/>
        <a:lstStyle/>
        <a:p>
          <a:endParaRPr lang="en-US"/>
        </a:p>
      </dgm:t>
    </dgm:pt>
    <dgm:pt modelId="{43551F7E-8914-49B9-AE2B-5CF48EF9F5B6}" type="sibTrans" cxnId="{0FC0E5AF-F8FA-454E-8E0C-C3F1B75D886C}">
      <dgm:prSet/>
      <dgm:spPr/>
      <dgm:t>
        <a:bodyPr/>
        <a:lstStyle/>
        <a:p>
          <a:endParaRPr lang="en-US"/>
        </a:p>
      </dgm:t>
    </dgm:pt>
    <dgm:pt modelId="{19046D50-E16A-4317-8071-78919DB03390}">
      <dgm:prSet/>
      <dgm:spPr/>
      <dgm:t>
        <a:bodyPr/>
        <a:lstStyle/>
        <a:p>
          <a:r>
            <a:rPr lang="es-ES"/>
            <a:t>Guarda en data/results/</a:t>
          </a:r>
          <a:endParaRPr lang="en-US"/>
        </a:p>
      </dgm:t>
    </dgm:pt>
    <dgm:pt modelId="{BCE8DE83-20E3-42A9-B869-130BD00D0CBD}" type="parTrans" cxnId="{37EBB2B7-2B36-44CF-BA19-5C2540509894}">
      <dgm:prSet/>
      <dgm:spPr/>
      <dgm:t>
        <a:bodyPr/>
        <a:lstStyle/>
        <a:p>
          <a:endParaRPr lang="en-US"/>
        </a:p>
      </dgm:t>
    </dgm:pt>
    <dgm:pt modelId="{9A88E1CA-BC2E-4B2A-8954-1A7345E1DF22}" type="sibTrans" cxnId="{37EBB2B7-2B36-44CF-BA19-5C2540509894}">
      <dgm:prSet/>
      <dgm:spPr/>
      <dgm:t>
        <a:bodyPr/>
        <a:lstStyle/>
        <a:p>
          <a:endParaRPr lang="en-US"/>
        </a:p>
      </dgm:t>
    </dgm:pt>
    <dgm:pt modelId="{70D46BA3-F879-4CFC-BD02-2DDE2055AB06}" type="pres">
      <dgm:prSet presAssocID="{61F818E6-C6EE-41A7-B268-55E8E6563B8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68873C-453B-492E-9630-6F7735534E1B}" type="pres">
      <dgm:prSet presAssocID="{E5E55DA4-B7F2-49FE-864A-84C8D5FEC5C9}" presName="hierRoot1" presStyleCnt="0"/>
      <dgm:spPr/>
    </dgm:pt>
    <dgm:pt modelId="{7EC0880E-C428-4C28-9898-9CA0EA6E8218}" type="pres">
      <dgm:prSet presAssocID="{E5E55DA4-B7F2-49FE-864A-84C8D5FEC5C9}" presName="composite" presStyleCnt="0"/>
      <dgm:spPr/>
    </dgm:pt>
    <dgm:pt modelId="{ED86578C-12FE-4FD0-8DFA-A20BFCA89F03}" type="pres">
      <dgm:prSet presAssocID="{E5E55DA4-B7F2-49FE-864A-84C8D5FEC5C9}" presName="background" presStyleLbl="node0" presStyleIdx="0" presStyleCnt="3"/>
      <dgm:spPr/>
    </dgm:pt>
    <dgm:pt modelId="{636CA114-A5E1-401C-A387-E7A743F1B1B4}" type="pres">
      <dgm:prSet presAssocID="{E5E55DA4-B7F2-49FE-864A-84C8D5FEC5C9}" presName="text" presStyleLbl="fgAcc0" presStyleIdx="0" presStyleCnt="3">
        <dgm:presLayoutVars>
          <dgm:chPref val="3"/>
        </dgm:presLayoutVars>
      </dgm:prSet>
      <dgm:spPr/>
    </dgm:pt>
    <dgm:pt modelId="{9EEA39E1-F650-4620-BC28-3B58A200B9C4}" type="pres">
      <dgm:prSet presAssocID="{E5E55DA4-B7F2-49FE-864A-84C8D5FEC5C9}" presName="hierChild2" presStyleCnt="0"/>
      <dgm:spPr/>
    </dgm:pt>
    <dgm:pt modelId="{BE3B2437-0755-4921-8CE7-4DFCEA4DB422}" type="pres">
      <dgm:prSet presAssocID="{65EBC29C-6C05-4013-AE05-E029F7A94B11}" presName="hierRoot1" presStyleCnt="0"/>
      <dgm:spPr/>
    </dgm:pt>
    <dgm:pt modelId="{991FB3BD-15DE-4ADA-B819-3778499DCCA0}" type="pres">
      <dgm:prSet presAssocID="{65EBC29C-6C05-4013-AE05-E029F7A94B11}" presName="composite" presStyleCnt="0"/>
      <dgm:spPr/>
    </dgm:pt>
    <dgm:pt modelId="{99CE91FD-0BFC-4B47-895E-74F462190C9E}" type="pres">
      <dgm:prSet presAssocID="{65EBC29C-6C05-4013-AE05-E029F7A94B11}" presName="background" presStyleLbl="node0" presStyleIdx="1" presStyleCnt="3"/>
      <dgm:spPr/>
    </dgm:pt>
    <dgm:pt modelId="{334981AD-F8B2-451C-A4AD-B05ADEA5A15D}" type="pres">
      <dgm:prSet presAssocID="{65EBC29C-6C05-4013-AE05-E029F7A94B11}" presName="text" presStyleLbl="fgAcc0" presStyleIdx="1" presStyleCnt="3">
        <dgm:presLayoutVars>
          <dgm:chPref val="3"/>
        </dgm:presLayoutVars>
      </dgm:prSet>
      <dgm:spPr/>
    </dgm:pt>
    <dgm:pt modelId="{25C2B47B-4DD0-40FE-9AC1-A9E8D61CC536}" type="pres">
      <dgm:prSet presAssocID="{65EBC29C-6C05-4013-AE05-E029F7A94B11}" presName="hierChild2" presStyleCnt="0"/>
      <dgm:spPr/>
    </dgm:pt>
    <dgm:pt modelId="{33689306-BF15-4024-AE1F-DD1684891FBD}" type="pres">
      <dgm:prSet presAssocID="{19046D50-E16A-4317-8071-78919DB03390}" presName="hierRoot1" presStyleCnt="0"/>
      <dgm:spPr/>
    </dgm:pt>
    <dgm:pt modelId="{B60D35EB-FFB0-494D-9CAF-0AA4928282FE}" type="pres">
      <dgm:prSet presAssocID="{19046D50-E16A-4317-8071-78919DB03390}" presName="composite" presStyleCnt="0"/>
      <dgm:spPr/>
    </dgm:pt>
    <dgm:pt modelId="{6788F652-E0FA-428B-B5A9-07A7ABBEE765}" type="pres">
      <dgm:prSet presAssocID="{19046D50-E16A-4317-8071-78919DB03390}" presName="background" presStyleLbl="node0" presStyleIdx="2" presStyleCnt="3"/>
      <dgm:spPr/>
    </dgm:pt>
    <dgm:pt modelId="{F33ED7CC-D936-4EC3-869F-120E30E41C10}" type="pres">
      <dgm:prSet presAssocID="{19046D50-E16A-4317-8071-78919DB03390}" presName="text" presStyleLbl="fgAcc0" presStyleIdx="2" presStyleCnt="3">
        <dgm:presLayoutVars>
          <dgm:chPref val="3"/>
        </dgm:presLayoutVars>
      </dgm:prSet>
      <dgm:spPr/>
    </dgm:pt>
    <dgm:pt modelId="{EEC47E4F-71D6-4760-8447-EA005E6E0137}" type="pres">
      <dgm:prSet presAssocID="{19046D50-E16A-4317-8071-78919DB03390}" presName="hierChild2" presStyleCnt="0"/>
      <dgm:spPr/>
    </dgm:pt>
  </dgm:ptLst>
  <dgm:cxnLst>
    <dgm:cxn modelId="{10F4D124-B627-4FC9-A690-0106280A1E27}" srcId="{61F818E6-C6EE-41A7-B268-55E8E6563B87}" destId="{E5E55DA4-B7F2-49FE-864A-84C8D5FEC5C9}" srcOrd="0" destOrd="0" parTransId="{96EBC93E-8E55-4BF3-8974-A6095A0D9F24}" sibTransId="{19C1907B-D09D-4C89-BCD1-0CBA93852D05}"/>
    <dgm:cxn modelId="{06081D5C-EED1-41D9-9B67-23D85191086A}" type="presOf" srcId="{E5E55DA4-B7F2-49FE-864A-84C8D5FEC5C9}" destId="{636CA114-A5E1-401C-A387-E7A743F1B1B4}" srcOrd="0" destOrd="0" presId="urn:microsoft.com/office/officeart/2005/8/layout/hierarchy1"/>
    <dgm:cxn modelId="{0FC0E5AF-F8FA-454E-8E0C-C3F1B75D886C}" srcId="{61F818E6-C6EE-41A7-B268-55E8E6563B87}" destId="{65EBC29C-6C05-4013-AE05-E029F7A94B11}" srcOrd="1" destOrd="0" parTransId="{81105725-BDFE-47BB-ADB9-5608B48BF4B5}" sibTransId="{43551F7E-8914-49B9-AE2B-5CF48EF9F5B6}"/>
    <dgm:cxn modelId="{37EBB2B7-2B36-44CF-BA19-5C2540509894}" srcId="{61F818E6-C6EE-41A7-B268-55E8E6563B87}" destId="{19046D50-E16A-4317-8071-78919DB03390}" srcOrd="2" destOrd="0" parTransId="{BCE8DE83-20E3-42A9-B869-130BD00D0CBD}" sibTransId="{9A88E1CA-BC2E-4B2A-8954-1A7345E1DF22}"/>
    <dgm:cxn modelId="{ED12BBC2-D0F5-4841-ADFE-D1E924CF6431}" type="presOf" srcId="{65EBC29C-6C05-4013-AE05-E029F7A94B11}" destId="{334981AD-F8B2-451C-A4AD-B05ADEA5A15D}" srcOrd="0" destOrd="0" presId="urn:microsoft.com/office/officeart/2005/8/layout/hierarchy1"/>
    <dgm:cxn modelId="{0A5A54D6-E78A-4875-AB2B-7137654FC9A2}" type="presOf" srcId="{61F818E6-C6EE-41A7-B268-55E8E6563B87}" destId="{70D46BA3-F879-4CFC-BD02-2DDE2055AB06}" srcOrd="0" destOrd="0" presId="urn:microsoft.com/office/officeart/2005/8/layout/hierarchy1"/>
    <dgm:cxn modelId="{9AB823FD-CC4D-469C-9A36-F22177266B9E}" type="presOf" srcId="{19046D50-E16A-4317-8071-78919DB03390}" destId="{F33ED7CC-D936-4EC3-869F-120E30E41C10}" srcOrd="0" destOrd="0" presId="urn:microsoft.com/office/officeart/2005/8/layout/hierarchy1"/>
    <dgm:cxn modelId="{CC8D54FB-E88A-4279-AD84-CE8870B01225}" type="presParOf" srcId="{70D46BA3-F879-4CFC-BD02-2DDE2055AB06}" destId="{B768873C-453B-492E-9630-6F7735534E1B}" srcOrd="0" destOrd="0" presId="urn:microsoft.com/office/officeart/2005/8/layout/hierarchy1"/>
    <dgm:cxn modelId="{6DEF2407-2C16-406A-A5B9-0951474BE237}" type="presParOf" srcId="{B768873C-453B-492E-9630-6F7735534E1B}" destId="{7EC0880E-C428-4C28-9898-9CA0EA6E8218}" srcOrd="0" destOrd="0" presId="urn:microsoft.com/office/officeart/2005/8/layout/hierarchy1"/>
    <dgm:cxn modelId="{AF0901F0-DC56-4D50-ADBA-D31D01A66E57}" type="presParOf" srcId="{7EC0880E-C428-4C28-9898-9CA0EA6E8218}" destId="{ED86578C-12FE-4FD0-8DFA-A20BFCA89F03}" srcOrd="0" destOrd="0" presId="urn:microsoft.com/office/officeart/2005/8/layout/hierarchy1"/>
    <dgm:cxn modelId="{5AD98EA6-C00E-4F4E-9857-BCDEB404E0B5}" type="presParOf" srcId="{7EC0880E-C428-4C28-9898-9CA0EA6E8218}" destId="{636CA114-A5E1-401C-A387-E7A743F1B1B4}" srcOrd="1" destOrd="0" presId="urn:microsoft.com/office/officeart/2005/8/layout/hierarchy1"/>
    <dgm:cxn modelId="{4F82288F-99D8-4C40-A5FD-6DAF77466AC3}" type="presParOf" srcId="{B768873C-453B-492E-9630-6F7735534E1B}" destId="{9EEA39E1-F650-4620-BC28-3B58A200B9C4}" srcOrd="1" destOrd="0" presId="urn:microsoft.com/office/officeart/2005/8/layout/hierarchy1"/>
    <dgm:cxn modelId="{701DDEA8-113A-43E6-B213-2C57C51EB1E3}" type="presParOf" srcId="{70D46BA3-F879-4CFC-BD02-2DDE2055AB06}" destId="{BE3B2437-0755-4921-8CE7-4DFCEA4DB422}" srcOrd="1" destOrd="0" presId="urn:microsoft.com/office/officeart/2005/8/layout/hierarchy1"/>
    <dgm:cxn modelId="{6C407F38-BAFC-4A25-A4F6-E78E915EFAC7}" type="presParOf" srcId="{BE3B2437-0755-4921-8CE7-4DFCEA4DB422}" destId="{991FB3BD-15DE-4ADA-B819-3778499DCCA0}" srcOrd="0" destOrd="0" presId="urn:microsoft.com/office/officeart/2005/8/layout/hierarchy1"/>
    <dgm:cxn modelId="{9F15D827-2356-46E7-903B-BD113B5B174F}" type="presParOf" srcId="{991FB3BD-15DE-4ADA-B819-3778499DCCA0}" destId="{99CE91FD-0BFC-4B47-895E-74F462190C9E}" srcOrd="0" destOrd="0" presId="urn:microsoft.com/office/officeart/2005/8/layout/hierarchy1"/>
    <dgm:cxn modelId="{CD5A775B-8F18-4DFB-AEA2-98412409982B}" type="presParOf" srcId="{991FB3BD-15DE-4ADA-B819-3778499DCCA0}" destId="{334981AD-F8B2-451C-A4AD-B05ADEA5A15D}" srcOrd="1" destOrd="0" presId="urn:microsoft.com/office/officeart/2005/8/layout/hierarchy1"/>
    <dgm:cxn modelId="{8431BB1A-95AC-4FAD-B79A-38867B5B4083}" type="presParOf" srcId="{BE3B2437-0755-4921-8CE7-4DFCEA4DB422}" destId="{25C2B47B-4DD0-40FE-9AC1-A9E8D61CC536}" srcOrd="1" destOrd="0" presId="urn:microsoft.com/office/officeart/2005/8/layout/hierarchy1"/>
    <dgm:cxn modelId="{EA8FF4AA-80E9-4BB7-8036-04DD6DC6AB7F}" type="presParOf" srcId="{70D46BA3-F879-4CFC-BD02-2DDE2055AB06}" destId="{33689306-BF15-4024-AE1F-DD1684891FBD}" srcOrd="2" destOrd="0" presId="urn:microsoft.com/office/officeart/2005/8/layout/hierarchy1"/>
    <dgm:cxn modelId="{4338B24D-FE6C-4386-9576-829E53DEE49A}" type="presParOf" srcId="{33689306-BF15-4024-AE1F-DD1684891FBD}" destId="{B60D35EB-FFB0-494D-9CAF-0AA4928282FE}" srcOrd="0" destOrd="0" presId="urn:microsoft.com/office/officeart/2005/8/layout/hierarchy1"/>
    <dgm:cxn modelId="{D07072D3-3256-4863-9DEE-3079B329CB00}" type="presParOf" srcId="{B60D35EB-FFB0-494D-9CAF-0AA4928282FE}" destId="{6788F652-E0FA-428B-B5A9-07A7ABBEE765}" srcOrd="0" destOrd="0" presId="urn:microsoft.com/office/officeart/2005/8/layout/hierarchy1"/>
    <dgm:cxn modelId="{0D1F5680-E605-43A8-8A49-2E699DBB1B12}" type="presParOf" srcId="{B60D35EB-FFB0-494D-9CAF-0AA4928282FE}" destId="{F33ED7CC-D936-4EC3-869F-120E30E41C10}" srcOrd="1" destOrd="0" presId="urn:microsoft.com/office/officeart/2005/8/layout/hierarchy1"/>
    <dgm:cxn modelId="{AB32CB87-F508-498F-A649-CABD4B387FEF}" type="presParOf" srcId="{33689306-BF15-4024-AE1F-DD1684891FBD}" destId="{EEC47E4F-71D6-4760-8447-EA005E6E013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D473A4-61FB-4FCB-9AAE-DADFFF79B004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532C58-36DB-4A38-9254-0EC6F47FCC51}">
      <dgm:prSet/>
      <dgm:spPr/>
      <dgm:t>
        <a:bodyPr/>
        <a:lstStyle/>
        <a:p>
          <a:r>
            <a:rPr lang="es-MX"/>
            <a:t>1. Streamlit local se conecta a localhost:8080</a:t>
          </a:r>
          <a:endParaRPr lang="en-US"/>
        </a:p>
      </dgm:t>
    </dgm:pt>
    <dgm:pt modelId="{7D97D3C3-A1B6-41D9-85EF-DD0FFBCE920C}" type="parTrans" cxnId="{8240F6F0-B10E-46D0-BB26-BF95EA45D0E7}">
      <dgm:prSet/>
      <dgm:spPr/>
      <dgm:t>
        <a:bodyPr/>
        <a:lstStyle/>
        <a:p>
          <a:endParaRPr lang="en-US"/>
        </a:p>
      </dgm:t>
    </dgm:pt>
    <dgm:pt modelId="{367F1703-9190-4687-9EFC-6A85CF841932}" type="sibTrans" cxnId="{8240F6F0-B10E-46D0-BB26-BF95EA45D0E7}">
      <dgm:prSet/>
      <dgm:spPr/>
      <dgm:t>
        <a:bodyPr/>
        <a:lstStyle/>
        <a:p>
          <a:endParaRPr lang="en-US"/>
        </a:p>
      </dgm:t>
    </dgm:pt>
    <dgm:pt modelId="{A5700B66-1A22-4A66-896A-80E8CD237AED}">
      <dgm:prSet/>
      <dgm:spPr/>
      <dgm:t>
        <a:bodyPr/>
        <a:lstStyle/>
        <a:p>
          <a:r>
            <a:rPr lang="es-MX"/>
            <a:t>Usa API REST de Airflow</a:t>
          </a:r>
          <a:endParaRPr lang="en-US"/>
        </a:p>
      </dgm:t>
    </dgm:pt>
    <dgm:pt modelId="{44F1730D-6FA2-4BA7-98A2-AE6E3B98CE02}" type="parTrans" cxnId="{E326A238-D0E2-4E16-B15F-5E3E5B87C194}">
      <dgm:prSet/>
      <dgm:spPr/>
      <dgm:t>
        <a:bodyPr/>
        <a:lstStyle/>
        <a:p>
          <a:endParaRPr lang="en-US"/>
        </a:p>
      </dgm:t>
    </dgm:pt>
    <dgm:pt modelId="{7AF87283-C687-451B-AD36-69B71E6C053B}" type="sibTrans" cxnId="{E326A238-D0E2-4E16-B15F-5E3E5B87C194}">
      <dgm:prSet/>
      <dgm:spPr/>
      <dgm:t>
        <a:bodyPr/>
        <a:lstStyle/>
        <a:p>
          <a:endParaRPr lang="en-US"/>
        </a:p>
      </dgm:t>
    </dgm:pt>
    <dgm:pt modelId="{DBC96EA6-8C65-4E56-BA66-4BD7B60F0289}">
      <dgm:prSet/>
      <dgm:spPr/>
      <dgm:t>
        <a:bodyPr/>
        <a:lstStyle/>
        <a:p>
          <a:r>
            <a:rPr lang="es-MX"/>
            <a:t>Autenticación: usuario 'admin' + contraseña de los logs del contenedor de docker</a:t>
          </a:r>
          <a:endParaRPr lang="en-US"/>
        </a:p>
      </dgm:t>
    </dgm:pt>
    <dgm:pt modelId="{535E0BE4-C753-4114-B57B-1875F78430A1}" type="parTrans" cxnId="{14ADF487-64EA-4FC0-8C2F-9A433CF43C93}">
      <dgm:prSet/>
      <dgm:spPr/>
      <dgm:t>
        <a:bodyPr/>
        <a:lstStyle/>
        <a:p>
          <a:endParaRPr lang="en-US"/>
        </a:p>
      </dgm:t>
    </dgm:pt>
    <dgm:pt modelId="{CDF75D35-60B5-4446-9472-2779EC3EDB4C}" type="sibTrans" cxnId="{14ADF487-64EA-4FC0-8C2F-9A433CF43C93}">
      <dgm:prSet/>
      <dgm:spPr/>
      <dgm:t>
        <a:bodyPr/>
        <a:lstStyle/>
        <a:p>
          <a:endParaRPr lang="en-US"/>
        </a:p>
      </dgm:t>
    </dgm:pt>
    <dgm:pt modelId="{3C505601-B2A9-4F9E-BC31-C9A6CF431F3B}">
      <dgm:prSet/>
      <dgm:spPr/>
      <dgm:t>
        <a:bodyPr/>
        <a:lstStyle/>
        <a:p>
          <a:r>
            <a:rPr lang="es-MX"/>
            <a:t>2. Trigger del pipeline:</a:t>
          </a:r>
          <a:endParaRPr lang="en-US"/>
        </a:p>
      </dgm:t>
    </dgm:pt>
    <dgm:pt modelId="{6C89A9C1-F3CF-4828-99EA-710B13484E97}" type="parTrans" cxnId="{D07FAA59-DA8E-4235-9140-F4B257A72BE1}">
      <dgm:prSet/>
      <dgm:spPr/>
      <dgm:t>
        <a:bodyPr/>
        <a:lstStyle/>
        <a:p>
          <a:endParaRPr lang="en-US"/>
        </a:p>
      </dgm:t>
    </dgm:pt>
    <dgm:pt modelId="{97048435-7452-4C99-BA42-A223897543FE}" type="sibTrans" cxnId="{D07FAA59-DA8E-4235-9140-F4B257A72BE1}">
      <dgm:prSet/>
      <dgm:spPr/>
      <dgm:t>
        <a:bodyPr/>
        <a:lstStyle/>
        <a:p>
          <a:endParaRPr lang="en-US"/>
        </a:p>
      </dgm:t>
    </dgm:pt>
    <dgm:pt modelId="{58E6AFF3-38AD-49DA-A808-1AF315317D7C}">
      <dgm:prSet/>
      <dgm:spPr/>
      <dgm:t>
        <a:bodyPr/>
        <a:lstStyle/>
        <a:p>
          <a:r>
            <a:rPr lang="es-MX"/>
            <a:t>POST /api/v1/dags/{dag_id}/dagRuns</a:t>
          </a:r>
          <a:endParaRPr lang="en-US"/>
        </a:p>
      </dgm:t>
    </dgm:pt>
    <dgm:pt modelId="{A05EFED4-5F95-4288-8B98-125701FBED4B}" type="parTrans" cxnId="{1759C49F-3D77-4B99-9AD1-C0B880A82B7D}">
      <dgm:prSet/>
      <dgm:spPr/>
      <dgm:t>
        <a:bodyPr/>
        <a:lstStyle/>
        <a:p>
          <a:endParaRPr lang="en-US"/>
        </a:p>
      </dgm:t>
    </dgm:pt>
    <dgm:pt modelId="{3BD44AE9-6F60-449F-8790-7D63B3E160FC}" type="sibTrans" cxnId="{1759C49F-3D77-4B99-9AD1-C0B880A82B7D}">
      <dgm:prSet/>
      <dgm:spPr/>
      <dgm:t>
        <a:bodyPr/>
        <a:lstStyle/>
        <a:p>
          <a:endParaRPr lang="en-US"/>
        </a:p>
      </dgm:t>
    </dgm:pt>
    <dgm:pt modelId="{0C348452-742A-476E-9281-E2C2D7CFCF7F}">
      <dgm:prSet/>
      <dgm:spPr/>
      <dgm:t>
        <a:bodyPr/>
        <a:lstStyle/>
        <a:p>
          <a:r>
            <a:rPr lang="es-MX"/>
            <a:t>Payload: {'conf': {'filename': 'imagen.png'}}</a:t>
          </a:r>
          <a:endParaRPr lang="en-US"/>
        </a:p>
      </dgm:t>
    </dgm:pt>
    <dgm:pt modelId="{0D7B1BAD-37FA-4C16-9FA8-3E0DF725F793}" type="parTrans" cxnId="{764D1003-30F9-44F3-8DBE-A328A05B47E3}">
      <dgm:prSet/>
      <dgm:spPr/>
      <dgm:t>
        <a:bodyPr/>
        <a:lstStyle/>
        <a:p>
          <a:endParaRPr lang="en-US"/>
        </a:p>
      </dgm:t>
    </dgm:pt>
    <dgm:pt modelId="{51B6C76D-71C9-448C-A4CE-1399DE3B0183}" type="sibTrans" cxnId="{764D1003-30F9-44F3-8DBE-A328A05B47E3}">
      <dgm:prSet/>
      <dgm:spPr/>
      <dgm:t>
        <a:bodyPr/>
        <a:lstStyle/>
        <a:p>
          <a:endParaRPr lang="en-US"/>
        </a:p>
      </dgm:t>
    </dgm:pt>
    <dgm:pt modelId="{5D3A11F6-1718-4DE7-A05F-C09083D769B9}">
      <dgm:prSet/>
      <dgm:spPr/>
      <dgm:t>
        <a:bodyPr/>
        <a:lstStyle/>
        <a:p>
          <a:r>
            <a:rPr lang="es-MX"/>
            <a:t>3. Intercambio de archivos:</a:t>
          </a:r>
          <a:endParaRPr lang="en-US"/>
        </a:p>
      </dgm:t>
    </dgm:pt>
    <dgm:pt modelId="{4FF96EBA-D05B-4114-B427-40400F08AD23}" type="parTrans" cxnId="{B1976875-E76A-4A0B-8DCC-F7A848656446}">
      <dgm:prSet/>
      <dgm:spPr/>
      <dgm:t>
        <a:bodyPr/>
        <a:lstStyle/>
        <a:p>
          <a:endParaRPr lang="en-US"/>
        </a:p>
      </dgm:t>
    </dgm:pt>
    <dgm:pt modelId="{38DAA493-FCD6-44C7-99D7-2D100E1311C8}" type="sibTrans" cxnId="{B1976875-E76A-4A0B-8DCC-F7A848656446}">
      <dgm:prSet/>
      <dgm:spPr/>
      <dgm:t>
        <a:bodyPr/>
        <a:lstStyle/>
        <a:p>
          <a:endParaRPr lang="en-US"/>
        </a:p>
      </dgm:t>
    </dgm:pt>
    <dgm:pt modelId="{20189319-004B-4D0E-927A-909E05CF8548}">
      <dgm:prSet/>
      <dgm:spPr/>
      <dgm:t>
        <a:bodyPr/>
        <a:lstStyle/>
        <a:p>
          <a:r>
            <a:rPr lang="es-MX"/>
            <a:t>Via volumen compartido ./data</a:t>
          </a:r>
          <a:endParaRPr lang="en-US"/>
        </a:p>
      </dgm:t>
    </dgm:pt>
    <dgm:pt modelId="{0D2FE87F-05B3-43C2-BB57-98491A25E38C}" type="parTrans" cxnId="{0783F572-0FD4-40F6-B30F-477F0416746A}">
      <dgm:prSet/>
      <dgm:spPr/>
      <dgm:t>
        <a:bodyPr/>
        <a:lstStyle/>
        <a:p>
          <a:endParaRPr lang="en-US"/>
        </a:p>
      </dgm:t>
    </dgm:pt>
    <dgm:pt modelId="{446C8DBF-A435-4DF7-BB03-BAF2F15DD6BD}" type="sibTrans" cxnId="{0783F572-0FD4-40F6-B30F-477F0416746A}">
      <dgm:prSet/>
      <dgm:spPr/>
      <dgm:t>
        <a:bodyPr/>
        <a:lstStyle/>
        <a:p>
          <a:endParaRPr lang="en-US"/>
        </a:p>
      </dgm:t>
    </dgm:pt>
    <dgm:pt modelId="{C74F8A43-5F7D-4371-A1F5-B35E539DFE35}">
      <dgm:prSet/>
      <dgm:spPr/>
      <dgm:t>
        <a:bodyPr/>
        <a:lstStyle/>
        <a:p>
          <a:r>
            <a:rPr lang="es-MX"/>
            <a:t>Streamlit escribe en data/raw/</a:t>
          </a:r>
          <a:endParaRPr lang="en-US"/>
        </a:p>
      </dgm:t>
    </dgm:pt>
    <dgm:pt modelId="{9B95158B-E11E-453A-975A-2DC66EBBA11C}" type="parTrans" cxnId="{20E6EED4-F6EA-411A-8BE0-0EF9A52516B1}">
      <dgm:prSet/>
      <dgm:spPr/>
      <dgm:t>
        <a:bodyPr/>
        <a:lstStyle/>
        <a:p>
          <a:endParaRPr lang="en-US"/>
        </a:p>
      </dgm:t>
    </dgm:pt>
    <dgm:pt modelId="{E1AC285C-9B74-4E7F-8210-7ECA7B1480D7}" type="sibTrans" cxnId="{20E6EED4-F6EA-411A-8BE0-0EF9A52516B1}">
      <dgm:prSet/>
      <dgm:spPr/>
      <dgm:t>
        <a:bodyPr/>
        <a:lstStyle/>
        <a:p>
          <a:endParaRPr lang="en-US"/>
        </a:p>
      </dgm:t>
    </dgm:pt>
    <dgm:pt modelId="{42D966B3-0CDC-459C-A7B9-7C076D05B600}">
      <dgm:prSet/>
      <dgm:spPr/>
      <dgm:t>
        <a:bodyPr/>
        <a:lstStyle/>
        <a:p>
          <a:r>
            <a:rPr lang="es-MX"/>
            <a:t>Lee resultados de data/results/ y data/heatmaps/</a:t>
          </a:r>
          <a:endParaRPr lang="en-US"/>
        </a:p>
      </dgm:t>
    </dgm:pt>
    <dgm:pt modelId="{FFF8294D-67ED-4FCE-AF20-FA5517AF9F40}" type="parTrans" cxnId="{2B479330-B9B0-453A-A2C5-51F5E96878E7}">
      <dgm:prSet/>
      <dgm:spPr/>
      <dgm:t>
        <a:bodyPr/>
        <a:lstStyle/>
        <a:p>
          <a:endParaRPr lang="en-US"/>
        </a:p>
      </dgm:t>
    </dgm:pt>
    <dgm:pt modelId="{831E0773-A656-4B02-8306-55B6FC932710}" type="sibTrans" cxnId="{2B479330-B9B0-453A-A2C5-51F5E96878E7}">
      <dgm:prSet/>
      <dgm:spPr/>
      <dgm:t>
        <a:bodyPr/>
        <a:lstStyle/>
        <a:p>
          <a:endParaRPr lang="en-US"/>
        </a:p>
      </dgm:t>
    </dgm:pt>
    <dgm:pt modelId="{645F3D8B-BD5E-452C-80F9-F341D5F9789A}" type="pres">
      <dgm:prSet presAssocID="{F5D473A4-61FB-4FCB-9AAE-DADFFF79B004}" presName="Name0" presStyleCnt="0">
        <dgm:presLayoutVars>
          <dgm:dir/>
          <dgm:animLvl val="lvl"/>
          <dgm:resizeHandles val="exact"/>
        </dgm:presLayoutVars>
      </dgm:prSet>
      <dgm:spPr/>
    </dgm:pt>
    <dgm:pt modelId="{7E8A4BFC-43A5-495B-A058-7A1BCDE5E926}" type="pres">
      <dgm:prSet presAssocID="{C0532C58-36DB-4A38-9254-0EC6F47FCC51}" presName="linNode" presStyleCnt="0"/>
      <dgm:spPr/>
    </dgm:pt>
    <dgm:pt modelId="{2C6F670C-8C37-4A4E-AA8A-51A618015671}" type="pres">
      <dgm:prSet presAssocID="{C0532C58-36DB-4A38-9254-0EC6F47FCC5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69BEFE4-804D-4AC9-A3C2-FD19ACE4CBC3}" type="pres">
      <dgm:prSet presAssocID="{C0532C58-36DB-4A38-9254-0EC6F47FCC51}" presName="descendantText" presStyleLbl="alignAccFollowNode1" presStyleIdx="0" presStyleCnt="3">
        <dgm:presLayoutVars>
          <dgm:bulletEnabled val="1"/>
        </dgm:presLayoutVars>
      </dgm:prSet>
      <dgm:spPr/>
    </dgm:pt>
    <dgm:pt modelId="{9064D68D-2912-47B6-B96A-6BD533A19873}" type="pres">
      <dgm:prSet presAssocID="{367F1703-9190-4687-9EFC-6A85CF841932}" presName="sp" presStyleCnt="0"/>
      <dgm:spPr/>
    </dgm:pt>
    <dgm:pt modelId="{02F5E268-B98F-4A74-9153-9AA830566258}" type="pres">
      <dgm:prSet presAssocID="{3C505601-B2A9-4F9E-BC31-C9A6CF431F3B}" presName="linNode" presStyleCnt="0"/>
      <dgm:spPr/>
    </dgm:pt>
    <dgm:pt modelId="{79E8CFCB-E2CD-49F1-B1AB-3D0D3D358AD2}" type="pres">
      <dgm:prSet presAssocID="{3C505601-B2A9-4F9E-BC31-C9A6CF431F3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B5BF54B-BB6D-4F0D-AF36-70638199A5AB}" type="pres">
      <dgm:prSet presAssocID="{3C505601-B2A9-4F9E-BC31-C9A6CF431F3B}" presName="descendantText" presStyleLbl="alignAccFollowNode1" presStyleIdx="1" presStyleCnt="3">
        <dgm:presLayoutVars>
          <dgm:bulletEnabled val="1"/>
        </dgm:presLayoutVars>
      </dgm:prSet>
      <dgm:spPr/>
    </dgm:pt>
    <dgm:pt modelId="{81473E50-2CEE-4C8B-8D29-C35F613D1947}" type="pres">
      <dgm:prSet presAssocID="{97048435-7452-4C99-BA42-A223897543FE}" presName="sp" presStyleCnt="0"/>
      <dgm:spPr/>
    </dgm:pt>
    <dgm:pt modelId="{F2650544-F211-4D38-A5A7-1660DB96B0F1}" type="pres">
      <dgm:prSet presAssocID="{5D3A11F6-1718-4DE7-A05F-C09083D769B9}" presName="linNode" presStyleCnt="0"/>
      <dgm:spPr/>
    </dgm:pt>
    <dgm:pt modelId="{580B6D96-228D-4F94-AB91-DFC41465933C}" type="pres">
      <dgm:prSet presAssocID="{5D3A11F6-1718-4DE7-A05F-C09083D769B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5DE3A55-D21D-4CCC-B4DC-E02F40731D25}" type="pres">
      <dgm:prSet presAssocID="{5D3A11F6-1718-4DE7-A05F-C09083D769B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764D1003-30F9-44F3-8DBE-A328A05B47E3}" srcId="{3C505601-B2A9-4F9E-BC31-C9A6CF431F3B}" destId="{0C348452-742A-476E-9281-E2C2D7CFCF7F}" srcOrd="1" destOrd="0" parTransId="{0D7B1BAD-37FA-4C16-9FA8-3E0DF725F793}" sibTransId="{51B6C76D-71C9-448C-A4CE-1399DE3B0183}"/>
    <dgm:cxn modelId="{1C81CC03-58EB-41AE-AA2E-8E9280E4EC56}" type="presOf" srcId="{C74F8A43-5F7D-4371-A1F5-B35E539DFE35}" destId="{D5DE3A55-D21D-4CCC-B4DC-E02F40731D25}" srcOrd="0" destOrd="1" presId="urn:microsoft.com/office/officeart/2005/8/layout/vList5"/>
    <dgm:cxn modelId="{A3ED3D17-9865-4726-980A-BEAA8D796F8C}" type="presOf" srcId="{5D3A11F6-1718-4DE7-A05F-C09083D769B9}" destId="{580B6D96-228D-4F94-AB91-DFC41465933C}" srcOrd="0" destOrd="0" presId="urn:microsoft.com/office/officeart/2005/8/layout/vList5"/>
    <dgm:cxn modelId="{D81B612C-2768-4792-BE80-CD03778D8DA1}" type="presOf" srcId="{58E6AFF3-38AD-49DA-A808-1AF315317D7C}" destId="{FB5BF54B-BB6D-4F0D-AF36-70638199A5AB}" srcOrd="0" destOrd="0" presId="urn:microsoft.com/office/officeart/2005/8/layout/vList5"/>
    <dgm:cxn modelId="{4D373F2D-EF2D-4C2E-9D4D-FA696056298D}" type="presOf" srcId="{20189319-004B-4D0E-927A-909E05CF8548}" destId="{D5DE3A55-D21D-4CCC-B4DC-E02F40731D25}" srcOrd="0" destOrd="0" presId="urn:microsoft.com/office/officeart/2005/8/layout/vList5"/>
    <dgm:cxn modelId="{2B479330-B9B0-453A-A2C5-51F5E96878E7}" srcId="{5D3A11F6-1718-4DE7-A05F-C09083D769B9}" destId="{42D966B3-0CDC-459C-A7B9-7C076D05B600}" srcOrd="2" destOrd="0" parTransId="{FFF8294D-67ED-4FCE-AF20-FA5517AF9F40}" sibTransId="{831E0773-A656-4B02-8306-55B6FC932710}"/>
    <dgm:cxn modelId="{D75B4734-0B5F-40F0-B1F3-6E1CAC391E64}" type="presOf" srcId="{A5700B66-1A22-4A66-896A-80E8CD237AED}" destId="{E69BEFE4-804D-4AC9-A3C2-FD19ACE4CBC3}" srcOrd="0" destOrd="0" presId="urn:microsoft.com/office/officeart/2005/8/layout/vList5"/>
    <dgm:cxn modelId="{3F0E3636-59B9-40DC-9AE8-2B8C9C610592}" type="presOf" srcId="{3C505601-B2A9-4F9E-BC31-C9A6CF431F3B}" destId="{79E8CFCB-E2CD-49F1-B1AB-3D0D3D358AD2}" srcOrd="0" destOrd="0" presId="urn:microsoft.com/office/officeart/2005/8/layout/vList5"/>
    <dgm:cxn modelId="{E326A238-D0E2-4E16-B15F-5E3E5B87C194}" srcId="{C0532C58-36DB-4A38-9254-0EC6F47FCC51}" destId="{A5700B66-1A22-4A66-896A-80E8CD237AED}" srcOrd="0" destOrd="0" parTransId="{44F1730D-6FA2-4BA7-98A2-AE6E3B98CE02}" sibTransId="{7AF87283-C687-451B-AD36-69B71E6C053B}"/>
    <dgm:cxn modelId="{D7AA3872-F82B-463F-BB71-BCE0B7D83277}" type="presOf" srcId="{F5D473A4-61FB-4FCB-9AAE-DADFFF79B004}" destId="{645F3D8B-BD5E-452C-80F9-F341D5F9789A}" srcOrd="0" destOrd="0" presId="urn:microsoft.com/office/officeart/2005/8/layout/vList5"/>
    <dgm:cxn modelId="{0783F572-0FD4-40F6-B30F-477F0416746A}" srcId="{5D3A11F6-1718-4DE7-A05F-C09083D769B9}" destId="{20189319-004B-4D0E-927A-909E05CF8548}" srcOrd="0" destOrd="0" parTransId="{0D2FE87F-05B3-43C2-BB57-98491A25E38C}" sibTransId="{446C8DBF-A435-4DF7-BB03-BAF2F15DD6BD}"/>
    <dgm:cxn modelId="{B1976875-E76A-4A0B-8DCC-F7A848656446}" srcId="{F5D473A4-61FB-4FCB-9AAE-DADFFF79B004}" destId="{5D3A11F6-1718-4DE7-A05F-C09083D769B9}" srcOrd="2" destOrd="0" parTransId="{4FF96EBA-D05B-4114-B427-40400F08AD23}" sibTransId="{38DAA493-FCD6-44C7-99D7-2D100E1311C8}"/>
    <dgm:cxn modelId="{D07FAA59-DA8E-4235-9140-F4B257A72BE1}" srcId="{F5D473A4-61FB-4FCB-9AAE-DADFFF79B004}" destId="{3C505601-B2A9-4F9E-BC31-C9A6CF431F3B}" srcOrd="1" destOrd="0" parTransId="{6C89A9C1-F3CF-4828-99EA-710B13484E97}" sibTransId="{97048435-7452-4C99-BA42-A223897543FE}"/>
    <dgm:cxn modelId="{14ADF487-64EA-4FC0-8C2F-9A433CF43C93}" srcId="{C0532C58-36DB-4A38-9254-0EC6F47FCC51}" destId="{DBC96EA6-8C65-4E56-BA66-4BD7B60F0289}" srcOrd="1" destOrd="0" parTransId="{535E0BE4-C753-4114-B57B-1875F78430A1}" sibTransId="{CDF75D35-60B5-4446-9472-2779EC3EDB4C}"/>
    <dgm:cxn modelId="{CEE92798-34B0-4E50-9EBD-03730C55E252}" type="presOf" srcId="{42D966B3-0CDC-459C-A7B9-7C076D05B600}" destId="{D5DE3A55-D21D-4CCC-B4DC-E02F40731D25}" srcOrd="0" destOrd="2" presId="urn:microsoft.com/office/officeart/2005/8/layout/vList5"/>
    <dgm:cxn modelId="{1759C49F-3D77-4B99-9AD1-C0B880A82B7D}" srcId="{3C505601-B2A9-4F9E-BC31-C9A6CF431F3B}" destId="{58E6AFF3-38AD-49DA-A808-1AF315317D7C}" srcOrd="0" destOrd="0" parTransId="{A05EFED4-5F95-4288-8B98-125701FBED4B}" sibTransId="{3BD44AE9-6F60-449F-8790-7D63B3E160FC}"/>
    <dgm:cxn modelId="{574843B5-7962-452E-A5A5-7EA6C6768250}" type="presOf" srcId="{0C348452-742A-476E-9281-E2C2D7CFCF7F}" destId="{FB5BF54B-BB6D-4F0D-AF36-70638199A5AB}" srcOrd="0" destOrd="1" presId="urn:microsoft.com/office/officeart/2005/8/layout/vList5"/>
    <dgm:cxn modelId="{C7F8DCC5-276F-4EF2-8A24-0D9F3780D1C7}" type="presOf" srcId="{C0532C58-36DB-4A38-9254-0EC6F47FCC51}" destId="{2C6F670C-8C37-4A4E-AA8A-51A618015671}" srcOrd="0" destOrd="0" presId="urn:microsoft.com/office/officeart/2005/8/layout/vList5"/>
    <dgm:cxn modelId="{22E611CA-F095-4480-B044-68177C90E6A5}" type="presOf" srcId="{DBC96EA6-8C65-4E56-BA66-4BD7B60F0289}" destId="{E69BEFE4-804D-4AC9-A3C2-FD19ACE4CBC3}" srcOrd="0" destOrd="1" presId="urn:microsoft.com/office/officeart/2005/8/layout/vList5"/>
    <dgm:cxn modelId="{20E6EED4-F6EA-411A-8BE0-0EF9A52516B1}" srcId="{5D3A11F6-1718-4DE7-A05F-C09083D769B9}" destId="{C74F8A43-5F7D-4371-A1F5-B35E539DFE35}" srcOrd="1" destOrd="0" parTransId="{9B95158B-E11E-453A-975A-2DC66EBBA11C}" sibTransId="{E1AC285C-9B74-4E7F-8210-7ECA7B1480D7}"/>
    <dgm:cxn modelId="{8240F6F0-B10E-46D0-BB26-BF95EA45D0E7}" srcId="{F5D473A4-61FB-4FCB-9AAE-DADFFF79B004}" destId="{C0532C58-36DB-4A38-9254-0EC6F47FCC51}" srcOrd="0" destOrd="0" parTransId="{7D97D3C3-A1B6-41D9-85EF-DD0FFBCE920C}" sibTransId="{367F1703-9190-4687-9EFC-6A85CF841932}"/>
    <dgm:cxn modelId="{08073320-1DBD-4A01-946E-79DF48CE9DB7}" type="presParOf" srcId="{645F3D8B-BD5E-452C-80F9-F341D5F9789A}" destId="{7E8A4BFC-43A5-495B-A058-7A1BCDE5E926}" srcOrd="0" destOrd="0" presId="urn:microsoft.com/office/officeart/2005/8/layout/vList5"/>
    <dgm:cxn modelId="{C2EC02B5-A705-4419-BA2B-81D648C94ADA}" type="presParOf" srcId="{7E8A4BFC-43A5-495B-A058-7A1BCDE5E926}" destId="{2C6F670C-8C37-4A4E-AA8A-51A618015671}" srcOrd="0" destOrd="0" presId="urn:microsoft.com/office/officeart/2005/8/layout/vList5"/>
    <dgm:cxn modelId="{07F7B523-A4D7-4C21-983C-8C2B29A743B0}" type="presParOf" srcId="{7E8A4BFC-43A5-495B-A058-7A1BCDE5E926}" destId="{E69BEFE4-804D-4AC9-A3C2-FD19ACE4CBC3}" srcOrd="1" destOrd="0" presId="urn:microsoft.com/office/officeart/2005/8/layout/vList5"/>
    <dgm:cxn modelId="{2F6AD8CE-3FB8-4041-BDAC-BD9A8F7D9069}" type="presParOf" srcId="{645F3D8B-BD5E-452C-80F9-F341D5F9789A}" destId="{9064D68D-2912-47B6-B96A-6BD533A19873}" srcOrd="1" destOrd="0" presId="urn:microsoft.com/office/officeart/2005/8/layout/vList5"/>
    <dgm:cxn modelId="{411F9848-4F53-4F56-A13C-8C563276F85A}" type="presParOf" srcId="{645F3D8B-BD5E-452C-80F9-F341D5F9789A}" destId="{02F5E268-B98F-4A74-9153-9AA830566258}" srcOrd="2" destOrd="0" presId="urn:microsoft.com/office/officeart/2005/8/layout/vList5"/>
    <dgm:cxn modelId="{6D44842C-62F7-41CC-B067-CB6C74D36603}" type="presParOf" srcId="{02F5E268-B98F-4A74-9153-9AA830566258}" destId="{79E8CFCB-E2CD-49F1-B1AB-3D0D3D358AD2}" srcOrd="0" destOrd="0" presId="urn:microsoft.com/office/officeart/2005/8/layout/vList5"/>
    <dgm:cxn modelId="{A5F2E226-9688-4748-AA41-F353060BED61}" type="presParOf" srcId="{02F5E268-B98F-4A74-9153-9AA830566258}" destId="{FB5BF54B-BB6D-4F0D-AF36-70638199A5AB}" srcOrd="1" destOrd="0" presId="urn:microsoft.com/office/officeart/2005/8/layout/vList5"/>
    <dgm:cxn modelId="{EB5B83B7-AB26-445E-8BDE-B354C5162577}" type="presParOf" srcId="{645F3D8B-BD5E-452C-80F9-F341D5F9789A}" destId="{81473E50-2CEE-4C8B-8D29-C35F613D1947}" srcOrd="3" destOrd="0" presId="urn:microsoft.com/office/officeart/2005/8/layout/vList5"/>
    <dgm:cxn modelId="{9FE1042B-B06E-44C9-9FEB-F201E9865DB1}" type="presParOf" srcId="{645F3D8B-BD5E-452C-80F9-F341D5F9789A}" destId="{F2650544-F211-4D38-A5A7-1660DB96B0F1}" srcOrd="4" destOrd="0" presId="urn:microsoft.com/office/officeart/2005/8/layout/vList5"/>
    <dgm:cxn modelId="{F196D68F-DBD5-4D4E-9C06-1E1592D425E2}" type="presParOf" srcId="{F2650544-F211-4D38-A5A7-1660DB96B0F1}" destId="{580B6D96-228D-4F94-AB91-DFC41465933C}" srcOrd="0" destOrd="0" presId="urn:microsoft.com/office/officeart/2005/8/layout/vList5"/>
    <dgm:cxn modelId="{2C76D405-AA77-42B9-9B0E-1E4D24013C4D}" type="presParOf" srcId="{F2650544-F211-4D38-A5A7-1660DB96B0F1}" destId="{D5DE3A55-D21D-4CCC-B4DC-E02F40731D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EFB993C-9E0F-43D9-82A2-E5F64A59B7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F430C38-A3D9-47F2-B45B-5EB878A90E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Usuario sube imagen en Streamlit</a:t>
          </a:r>
        </a:p>
      </dgm:t>
    </dgm:pt>
    <dgm:pt modelId="{FA4E4013-279E-43A5-AB58-2750BE8355EF}" type="parTrans" cxnId="{0F0CA28B-93FF-4E0D-90F3-3D5B4C4F0D92}">
      <dgm:prSet/>
      <dgm:spPr/>
      <dgm:t>
        <a:bodyPr/>
        <a:lstStyle/>
        <a:p>
          <a:endParaRPr lang="en-US"/>
        </a:p>
      </dgm:t>
    </dgm:pt>
    <dgm:pt modelId="{C458A1A3-EFF0-41B5-8AF1-7FD64A8B75D5}" type="sibTrans" cxnId="{0F0CA28B-93FF-4E0D-90F3-3D5B4C4F0D92}">
      <dgm:prSet/>
      <dgm:spPr/>
      <dgm:t>
        <a:bodyPr/>
        <a:lstStyle/>
        <a:p>
          <a:endParaRPr lang="en-US"/>
        </a:p>
      </dgm:t>
    </dgm:pt>
    <dgm:pt modelId="{799E0C65-6254-4A47-9B3C-19C70055CC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Streamlit guarda en data/raw/</a:t>
          </a:r>
        </a:p>
      </dgm:t>
    </dgm:pt>
    <dgm:pt modelId="{42C6B62A-9BAB-4EC9-ADA8-C09AFFFD2941}" type="parTrans" cxnId="{776E3E7A-5582-4A44-951B-5D0F4286C5F3}">
      <dgm:prSet/>
      <dgm:spPr/>
      <dgm:t>
        <a:bodyPr/>
        <a:lstStyle/>
        <a:p>
          <a:endParaRPr lang="en-US"/>
        </a:p>
      </dgm:t>
    </dgm:pt>
    <dgm:pt modelId="{94688221-1777-4C6B-AB35-C1BBDCFC7EB2}" type="sibTrans" cxnId="{776E3E7A-5582-4A44-951B-5D0F4286C5F3}">
      <dgm:prSet/>
      <dgm:spPr/>
      <dgm:t>
        <a:bodyPr/>
        <a:lstStyle/>
        <a:p>
          <a:endParaRPr lang="en-US"/>
        </a:p>
      </dgm:t>
    </dgm:pt>
    <dgm:pt modelId="{B34BFA45-147A-43DC-A175-F5B85A25C8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Streamlit triggerea DAG via API REST</a:t>
          </a:r>
        </a:p>
      </dgm:t>
    </dgm:pt>
    <dgm:pt modelId="{F81DBCF2-58EF-4B5E-A0E7-DE13B39B98EB}" type="parTrans" cxnId="{F0A461E3-11B9-4CFF-AA74-9160F9542678}">
      <dgm:prSet/>
      <dgm:spPr/>
      <dgm:t>
        <a:bodyPr/>
        <a:lstStyle/>
        <a:p>
          <a:endParaRPr lang="en-US"/>
        </a:p>
      </dgm:t>
    </dgm:pt>
    <dgm:pt modelId="{8A4AD9F0-BCAB-4DF0-8B16-8E8AF80FB992}" type="sibTrans" cxnId="{F0A461E3-11B9-4CFF-AA74-9160F9542678}">
      <dgm:prSet/>
      <dgm:spPr/>
      <dgm:t>
        <a:bodyPr/>
        <a:lstStyle/>
        <a:p>
          <a:endParaRPr lang="en-US"/>
        </a:p>
      </dgm:t>
    </dgm:pt>
    <dgm:pt modelId="{10200F53-A99A-44BA-84C5-AF1BD20C8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Envía nombre del archivo como parámetro</a:t>
          </a:r>
        </a:p>
      </dgm:t>
    </dgm:pt>
    <dgm:pt modelId="{B418D57A-A3A6-4A4E-BBC0-2C5965D7854F}" type="parTrans" cxnId="{F70AC08C-B264-4517-9561-2E3A87A2E4DB}">
      <dgm:prSet/>
      <dgm:spPr/>
      <dgm:t>
        <a:bodyPr/>
        <a:lstStyle/>
        <a:p>
          <a:endParaRPr lang="en-US"/>
        </a:p>
      </dgm:t>
    </dgm:pt>
    <dgm:pt modelId="{16DD12A6-2CED-473F-A956-6DDCAA3F4CB4}" type="sibTrans" cxnId="{F70AC08C-B264-4517-9561-2E3A87A2E4DB}">
      <dgm:prSet/>
      <dgm:spPr/>
      <dgm:t>
        <a:bodyPr/>
        <a:lstStyle/>
        <a:p>
          <a:endParaRPr lang="en-US"/>
        </a:p>
      </dgm:t>
    </dgm:pt>
    <dgm:pt modelId="{AAB75ACA-2345-470F-874C-F7B0DE92F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Pipeline de Airflow procesa la imagen</a:t>
          </a:r>
        </a:p>
      </dgm:t>
    </dgm:pt>
    <dgm:pt modelId="{9B1F375A-8BDD-4DE5-A7BA-AF0D31E7E7B0}" type="parTrans" cxnId="{C9C2A160-D56E-4F45-83C1-BF2B92409B0A}">
      <dgm:prSet/>
      <dgm:spPr/>
      <dgm:t>
        <a:bodyPr/>
        <a:lstStyle/>
        <a:p>
          <a:endParaRPr lang="en-US"/>
        </a:p>
      </dgm:t>
    </dgm:pt>
    <dgm:pt modelId="{AACEB72C-CC0F-4C8C-A4FA-C41CCEE5D2CF}" type="sibTrans" cxnId="{C9C2A160-D56E-4F45-83C1-BF2B92409B0A}">
      <dgm:prSet/>
      <dgm:spPr/>
      <dgm:t>
        <a:bodyPr/>
        <a:lstStyle/>
        <a:p>
          <a:endParaRPr lang="en-US"/>
        </a:p>
      </dgm:t>
    </dgm:pt>
    <dgm:pt modelId="{DD6FB9A9-102E-4DA9-BE77-A8214B20A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Ingestión → Limpieza → Evaluación → Explicación → Guardar</a:t>
          </a:r>
        </a:p>
      </dgm:t>
    </dgm:pt>
    <dgm:pt modelId="{5A939F0B-CD1E-46E8-92C4-9AF3D445684A}" type="parTrans" cxnId="{7924117D-326D-481C-BDF7-323A877FD0DA}">
      <dgm:prSet/>
      <dgm:spPr/>
      <dgm:t>
        <a:bodyPr/>
        <a:lstStyle/>
        <a:p>
          <a:endParaRPr lang="en-US"/>
        </a:p>
      </dgm:t>
    </dgm:pt>
    <dgm:pt modelId="{962A78CF-EFC0-4511-B6F0-165591BFF9BF}" type="sibTrans" cxnId="{7924117D-326D-481C-BDF7-323A877FD0DA}">
      <dgm:prSet/>
      <dgm:spPr/>
      <dgm:t>
        <a:bodyPr/>
        <a:lstStyle/>
        <a:p>
          <a:endParaRPr lang="en-US"/>
        </a:p>
      </dgm:t>
    </dgm:pt>
    <dgm:pt modelId="{7D183A5E-B141-4616-9B0E-8F9B934894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Streamlit monitorea el estado del DAG</a:t>
          </a:r>
        </a:p>
      </dgm:t>
    </dgm:pt>
    <dgm:pt modelId="{92B457C3-D823-4477-A3C6-61CB80BADBD9}" type="parTrans" cxnId="{EB2CEE26-F08E-45FD-854F-C583C92480B6}">
      <dgm:prSet/>
      <dgm:spPr/>
      <dgm:t>
        <a:bodyPr/>
        <a:lstStyle/>
        <a:p>
          <a:endParaRPr lang="en-US"/>
        </a:p>
      </dgm:t>
    </dgm:pt>
    <dgm:pt modelId="{F3FC380D-5B3A-4E8A-98D9-C7371CA0394F}" type="sibTrans" cxnId="{EB2CEE26-F08E-45FD-854F-C583C92480B6}">
      <dgm:prSet/>
      <dgm:spPr/>
      <dgm:t>
        <a:bodyPr/>
        <a:lstStyle/>
        <a:p>
          <a:endParaRPr lang="en-US"/>
        </a:p>
      </dgm:t>
    </dgm:pt>
    <dgm:pt modelId="{FED289D0-0C6B-4EBF-9409-9311942C5C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Espera hasta </a:t>
          </a:r>
          <a:r>
            <a:rPr lang="en-US" dirty="0" err="1"/>
            <a:t>que</a:t>
          </a:r>
          <a:r>
            <a:rPr lang="en-US" dirty="0"/>
            <a:t> state == 'success' o 'failed'</a:t>
          </a:r>
        </a:p>
      </dgm:t>
    </dgm:pt>
    <dgm:pt modelId="{83B2D0D7-A975-427F-82F5-5BDD938E8330}" type="parTrans" cxnId="{246DEC6E-68B1-4118-921D-588011DF8FA0}">
      <dgm:prSet/>
      <dgm:spPr/>
      <dgm:t>
        <a:bodyPr/>
        <a:lstStyle/>
        <a:p>
          <a:endParaRPr lang="en-US"/>
        </a:p>
      </dgm:t>
    </dgm:pt>
    <dgm:pt modelId="{85A6FB35-376F-40D5-A96D-FC2405E51CFB}" type="sibTrans" cxnId="{246DEC6E-68B1-4118-921D-588011DF8FA0}">
      <dgm:prSet/>
      <dgm:spPr/>
      <dgm:t>
        <a:bodyPr/>
        <a:lstStyle/>
        <a:p>
          <a:endParaRPr lang="en-US"/>
        </a:p>
      </dgm:t>
    </dgm:pt>
    <dgm:pt modelId="{DCD3862C-C3D9-432F-A93C-2C6CF239DE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5. Streamlit lee resultados</a:t>
          </a:r>
        </a:p>
      </dgm:t>
    </dgm:pt>
    <dgm:pt modelId="{361CD1AC-1953-4230-84B9-F0E3430222A5}" type="parTrans" cxnId="{21D9B832-2807-4718-9621-33AC16F0C8B3}">
      <dgm:prSet/>
      <dgm:spPr/>
      <dgm:t>
        <a:bodyPr/>
        <a:lstStyle/>
        <a:p>
          <a:endParaRPr lang="en-US"/>
        </a:p>
      </dgm:t>
    </dgm:pt>
    <dgm:pt modelId="{953C7B07-1F1C-4409-A706-C7511F7EFDF9}" type="sibTrans" cxnId="{21D9B832-2807-4718-9621-33AC16F0C8B3}">
      <dgm:prSet/>
      <dgm:spPr/>
      <dgm:t>
        <a:bodyPr/>
        <a:lstStyle/>
        <a:p>
          <a:endParaRPr lang="en-US"/>
        </a:p>
      </dgm:t>
    </dgm:pt>
    <dgm:pt modelId="{C6EF6A40-CDAB-4ED3-9A7C-D0C109254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Lee JSON </a:t>
          </a:r>
          <a:r>
            <a:rPr lang="en-US" dirty="0" err="1"/>
            <a:t>desde</a:t>
          </a:r>
          <a:r>
            <a:rPr lang="en-US" dirty="0"/>
            <a:t> data/results/</a:t>
          </a:r>
        </a:p>
      </dgm:t>
    </dgm:pt>
    <dgm:pt modelId="{F0B49DAA-E4A2-48C6-A0DD-6289FAB4BD39}" type="parTrans" cxnId="{E98A0B5C-06D0-4CE1-9437-92BCE946E233}">
      <dgm:prSet/>
      <dgm:spPr/>
      <dgm:t>
        <a:bodyPr/>
        <a:lstStyle/>
        <a:p>
          <a:endParaRPr lang="en-US"/>
        </a:p>
      </dgm:t>
    </dgm:pt>
    <dgm:pt modelId="{968B5A92-BA6B-4843-AAA7-F9ED6B6C59AC}" type="sibTrans" cxnId="{E98A0B5C-06D0-4CE1-9437-92BCE946E233}">
      <dgm:prSet/>
      <dgm:spPr/>
      <dgm:t>
        <a:bodyPr/>
        <a:lstStyle/>
        <a:p>
          <a:endParaRPr lang="en-US"/>
        </a:p>
      </dgm:t>
    </dgm:pt>
    <dgm:pt modelId="{861F3159-FE81-488A-AB86-AE4FD27E45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Lee heatmap </a:t>
          </a:r>
          <a:r>
            <a:rPr lang="en-US" dirty="0" err="1"/>
            <a:t>desde</a:t>
          </a:r>
          <a:r>
            <a:rPr lang="en-US" dirty="0"/>
            <a:t> data/heatmaps/ (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existe</a:t>
          </a:r>
          <a:r>
            <a:rPr lang="en-US" dirty="0"/>
            <a:t>)</a:t>
          </a:r>
        </a:p>
      </dgm:t>
    </dgm:pt>
    <dgm:pt modelId="{A41CE342-31BB-417F-9A98-F3E7124117E7}" type="parTrans" cxnId="{741A6AB2-9720-4B7E-85C8-6B677B97B22C}">
      <dgm:prSet/>
      <dgm:spPr/>
      <dgm:t>
        <a:bodyPr/>
        <a:lstStyle/>
        <a:p>
          <a:endParaRPr lang="en-US"/>
        </a:p>
      </dgm:t>
    </dgm:pt>
    <dgm:pt modelId="{5417A8C5-AD92-42B7-BFE0-B9989381544B}" type="sibTrans" cxnId="{741A6AB2-9720-4B7E-85C8-6B677B97B22C}">
      <dgm:prSet/>
      <dgm:spPr/>
      <dgm:t>
        <a:bodyPr/>
        <a:lstStyle/>
        <a:p>
          <a:endParaRPr lang="en-US"/>
        </a:p>
      </dgm:t>
    </dgm:pt>
    <dgm:pt modelId="{3433C9FF-9E57-415D-927C-B7CF1D38347D}" type="pres">
      <dgm:prSet presAssocID="{5EFB993C-9E0F-43D9-82A2-E5F64A59B71E}" presName="root" presStyleCnt="0">
        <dgm:presLayoutVars>
          <dgm:dir/>
          <dgm:resizeHandles val="exact"/>
        </dgm:presLayoutVars>
      </dgm:prSet>
      <dgm:spPr/>
    </dgm:pt>
    <dgm:pt modelId="{E3D8DACB-E572-4E7E-9C54-9F74B33D17B9}" type="pres">
      <dgm:prSet presAssocID="{EF430C38-A3D9-47F2-B45B-5EB878A90E86}" presName="compNode" presStyleCnt="0"/>
      <dgm:spPr/>
    </dgm:pt>
    <dgm:pt modelId="{12D17821-7DB4-4960-8207-4E953D94FAE1}" type="pres">
      <dgm:prSet presAssocID="{EF430C38-A3D9-47F2-B45B-5EB878A90E86}" presName="bgRect" presStyleLbl="bgShp" presStyleIdx="0" presStyleCnt="5"/>
      <dgm:spPr/>
    </dgm:pt>
    <dgm:pt modelId="{842D915E-94FD-4B89-A401-E5180DE2585E}" type="pres">
      <dgm:prSet presAssocID="{EF430C38-A3D9-47F2-B45B-5EB878A90E8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F004AAC7-55B1-4ADE-BF33-EDBDA5B1E41C}" type="pres">
      <dgm:prSet presAssocID="{EF430C38-A3D9-47F2-B45B-5EB878A90E86}" presName="spaceRect" presStyleCnt="0"/>
      <dgm:spPr/>
    </dgm:pt>
    <dgm:pt modelId="{F6933DE0-C4F2-4306-9631-93D5C5BA5646}" type="pres">
      <dgm:prSet presAssocID="{EF430C38-A3D9-47F2-B45B-5EB878A90E86}" presName="parTx" presStyleLbl="revTx" presStyleIdx="0" presStyleCnt="10">
        <dgm:presLayoutVars>
          <dgm:chMax val="0"/>
          <dgm:chPref val="0"/>
        </dgm:presLayoutVars>
      </dgm:prSet>
      <dgm:spPr/>
    </dgm:pt>
    <dgm:pt modelId="{51A984BB-62DD-4639-BCBC-B9DC527C5992}" type="pres">
      <dgm:prSet presAssocID="{EF430C38-A3D9-47F2-B45B-5EB878A90E86}" presName="desTx" presStyleLbl="revTx" presStyleIdx="1" presStyleCnt="10">
        <dgm:presLayoutVars/>
      </dgm:prSet>
      <dgm:spPr/>
    </dgm:pt>
    <dgm:pt modelId="{9BD5873F-2ADB-4476-949A-3B6A6E7CD376}" type="pres">
      <dgm:prSet presAssocID="{C458A1A3-EFF0-41B5-8AF1-7FD64A8B75D5}" presName="sibTrans" presStyleCnt="0"/>
      <dgm:spPr/>
    </dgm:pt>
    <dgm:pt modelId="{97D857C3-D355-4DF7-B1AB-2DAC03D3BDA8}" type="pres">
      <dgm:prSet presAssocID="{B34BFA45-147A-43DC-A175-F5B85A25C8E9}" presName="compNode" presStyleCnt="0"/>
      <dgm:spPr/>
    </dgm:pt>
    <dgm:pt modelId="{FA9CED73-9CFA-4EC9-B487-BB0E6C66F8F7}" type="pres">
      <dgm:prSet presAssocID="{B34BFA45-147A-43DC-A175-F5B85A25C8E9}" presName="bgRect" presStyleLbl="bgShp" presStyleIdx="1" presStyleCnt="5"/>
      <dgm:spPr/>
    </dgm:pt>
    <dgm:pt modelId="{0D1085FD-31AC-4240-A109-54128704D70C}" type="pres">
      <dgm:prSet presAssocID="{B34BFA45-147A-43DC-A175-F5B85A25C8E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66AAE654-8493-41F0-82CC-672674DE27FA}" type="pres">
      <dgm:prSet presAssocID="{B34BFA45-147A-43DC-A175-F5B85A25C8E9}" presName="spaceRect" presStyleCnt="0"/>
      <dgm:spPr/>
    </dgm:pt>
    <dgm:pt modelId="{BE26693D-77FD-4141-B549-8D3FE6128D0D}" type="pres">
      <dgm:prSet presAssocID="{B34BFA45-147A-43DC-A175-F5B85A25C8E9}" presName="parTx" presStyleLbl="revTx" presStyleIdx="2" presStyleCnt="10">
        <dgm:presLayoutVars>
          <dgm:chMax val="0"/>
          <dgm:chPref val="0"/>
        </dgm:presLayoutVars>
      </dgm:prSet>
      <dgm:spPr/>
    </dgm:pt>
    <dgm:pt modelId="{72BC570C-6171-446F-86C4-2602C4392F5C}" type="pres">
      <dgm:prSet presAssocID="{B34BFA45-147A-43DC-A175-F5B85A25C8E9}" presName="desTx" presStyleLbl="revTx" presStyleIdx="3" presStyleCnt="10">
        <dgm:presLayoutVars/>
      </dgm:prSet>
      <dgm:spPr/>
    </dgm:pt>
    <dgm:pt modelId="{153341E0-AEAB-42D6-A6F5-170CD594AF08}" type="pres">
      <dgm:prSet presAssocID="{8A4AD9F0-BCAB-4DF0-8B16-8E8AF80FB992}" presName="sibTrans" presStyleCnt="0"/>
      <dgm:spPr/>
    </dgm:pt>
    <dgm:pt modelId="{1E0CBC8F-B1BA-4FFE-B072-47BDDEEA49A7}" type="pres">
      <dgm:prSet presAssocID="{AAB75ACA-2345-470F-874C-F7B0DE92FE3C}" presName="compNode" presStyleCnt="0"/>
      <dgm:spPr/>
    </dgm:pt>
    <dgm:pt modelId="{FBD48922-7605-4739-9370-D64B5EFC9643}" type="pres">
      <dgm:prSet presAssocID="{AAB75ACA-2345-470F-874C-F7B0DE92FE3C}" presName="bgRect" presStyleLbl="bgShp" presStyleIdx="2" presStyleCnt="5"/>
      <dgm:spPr/>
    </dgm:pt>
    <dgm:pt modelId="{189510A8-DEA8-4E60-95DC-60F24B30737A}" type="pres">
      <dgm:prSet presAssocID="{AAB75ACA-2345-470F-874C-F7B0DE92FE3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878C3923-B31C-4B39-A741-17DD6850E06A}" type="pres">
      <dgm:prSet presAssocID="{AAB75ACA-2345-470F-874C-F7B0DE92FE3C}" presName="spaceRect" presStyleCnt="0"/>
      <dgm:spPr/>
    </dgm:pt>
    <dgm:pt modelId="{144405CA-4D6D-40E1-9742-050B053C3B82}" type="pres">
      <dgm:prSet presAssocID="{AAB75ACA-2345-470F-874C-F7B0DE92FE3C}" presName="parTx" presStyleLbl="revTx" presStyleIdx="4" presStyleCnt="10">
        <dgm:presLayoutVars>
          <dgm:chMax val="0"/>
          <dgm:chPref val="0"/>
        </dgm:presLayoutVars>
      </dgm:prSet>
      <dgm:spPr/>
    </dgm:pt>
    <dgm:pt modelId="{C98F0E71-DD3D-45F0-8D5C-F24CED589581}" type="pres">
      <dgm:prSet presAssocID="{AAB75ACA-2345-470F-874C-F7B0DE92FE3C}" presName="desTx" presStyleLbl="revTx" presStyleIdx="5" presStyleCnt="10">
        <dgm:presLayoutVars/>
      </dgm:prSet>
      <dgm:spPr/>
    </dgm:pt>
    <dgm:pt modelId="{F885C5FE-BB83-4496-865C-0D642FE3162E}" type="pres">
      <dgm:prSet presAssocID="{AACEB72C-CC0F-4C8C-A4FA-C41CCEE5D2CF}" presName="sibTrans" presStyleCnt="0"/>
      <dgm:spPr/>
    </dgm:pt>
    <dgm:pt modelId="{6B6376D9-D081-4516-98EB-E30EDD96AA23}" type="pres">
      <dgm:prSet presAssocID="{7D183A5E-B141-4616-9B0E-8F9B934894E2}" presName="compNode" presStyleCnt="0"/>
      <dgm:spPr/>
    </dgm:pt>
    <dgm:pt modelId="{DA8BED15-8D23-4BDE-97C3-73760629C094}" type="pres">
      <dgm:prSet presAssocID="{7D183A5E-B141-4616-9B0E-8F9B934894E2}" presName="bgRect" presStyleLbl="bgShp" presStyleIdx="3" presStyleCnt="5"/>
      <dgm:spPr/>
    </dgm:pt>
    <dgm:pt modelId="{15FC0E46-E5ED-4846-879A-4ED5732E4FE9}" type="pres">
      <dgm:prSet presAssocID="{7D183A5E-B141-4616-9B0E-8F9B934894E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49744DF8-54DF-49CF-AB11-DF0687A4D7A2}" type="pres">
      <dgm:prSet presAssocID="{7D183A5E-B141-4616-9B0E-8F9B934894E2}" presName="spaceRect" presStyleCnt="0"/>
      <dgm:spPr/>
    </dgm:pt>
    <dgm:pt modelId="{C0F07E41-0A8C-4DBB-B6F0-4EA385337C04}" type="pres">
      <dgm:prSet presAssocID="{7D183A5E-B141-4616-9B0E-8F9B934894E2}" presName="parTx" presStyleLbl="revTx" presStyleIdx="6" presStyleCnt="10">
        <dgm:presLayoutVars>
          <dgm:chMax val="0"/>
          <dgm:chPref val="0"/>
        </dgm:presLayoutVars>
      </dgm:prSet>
      <dgm:spPr/>
    </dgm:pt>
    <dgm:pt modelId="{A8DA0834-81DC-43BD-98BF-63F680490AC8}" type="pres">
      <dgm:prSet presAssocID="{7D183A5E-B141-4616-9B0E-8F9B934894E2}" presName="desTx" presStyleLbl="revTx" presStyleIdx="7" presStyleCnt="10">
        <dgm:presLayoutVars/>
      </dgm:prSet>
      <dgm:spPr/>
    </dgm:pt>
    <dgm:pt modelId="{7897E517-A977-4867-99DF-5018DD4F9639}" type="pres">
      <dgm:prSet presAssocID="{F3FC380D-5B3A-4E8A-98D9-C7371CA0394F}" presName="sibTrans" presStyleCnt="0"/>
      <dgm:spPr/>
    </dgm:pt>
    <dgm:pt modelId="{1B2FE4A4-2830-4229-B73E-6606DA977556}" type="pres">
      <dgm:prSet presAssocID="{DCD3862C-C3D9-432F-A93C-2C6CF239DE2C}" presName="compNode" presStyleCnt="0"/>
      <dgm:spPr/>
    </dgm:pt>
    <dgm:pt modelId="{225C54DD-23E5-4415-B1AD-8AB48A14526C}" type="pres">
      <dgm:prSet presAssocID="{DCD3862C-C3D9-432F-A93C-2C6CF239DE2C}" presName="bgRect" presStyleLbl="bgShp" presStyleIdx="4" presStyleCnt="5"/>
      <dgm:spPr/>
    </dgm:pt>
    <dgm:pt modelId="{A211C2B8-AF91-4D03-AAB1-3B86D6B1BFB3}" type="pres">
      <dgm:prSet presAssocID="{DCD3862C-C3D9-432F-A93C-2C6CF239DE2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EFE7E6B8-A3BE-428A-A0C1-FF545A1CB2D1}" type="pres">
      <dgm:prSet presAssocID="{DCD3862C-C3D9-432F-A93C-2C6CF239DE2C}" presName="spaceRect" presStyleCnt="0"/>
      <dgm:spPr/>
    </dgm:pt>
    <dgm:pt modelId="{2C084BE8-E37F-4CF7-8023-7CE55F07B84A}" type="pres">
      <dgm:prSet presAssocID="{DCD3862C-C3D9-432F-A93C-2C6CF239DE2C}" presName="parTx" presStyleLbl="revTx" presStyleIdx="8" presStyleCnt="10">
        <dgm:presLayoutVars>
          <dgm:chMax val="0"/>
          <dgm:chPref val="0"/>
        </dgm:presLayoutVars>
      </dgm:prSet>
      <dgm:spPr/>
    </dgm:pt>
    <dgm:pt modelId="{59CFB996-38CF-48ED-9B3C-261B6CE4052B}" type="pres">
      <dgm:prSet presAssocID="{DCD3862C-C3D9-432F-A93C-2C6CF239DE2C}" presName="desTx" presStyleLbl="revTx" presStyleIdx="9" presStyleCnt="10">
        <dgm:presLayoutVars/>
      </dgm:prSet>
      <dgm:spPr/>
    </dgm:pt>
  </dgm:ptLst>
  <dgm:cxnLst>
    <dgm:cxn modelId="{86F38F00-EB8A-4905-97F4-0C6684FA3FB4}" type="presOf" srcId="{DD6FB9A9-102E-4DA9-BE77-A8214B20A193}" destId="{C98F0E71-DD3D-45F0-8D5C-F24CED589581}" srcOrd="0" destOrd="0" presId="urn:microsoft.com/office/officeart/2018/2/layout/IconVerticalSolidList"/>
    <dgm:cxn modelId="{66931F0C-3D40-4CFC-B11A-D508D035D43E}" type="presOf" srcId="{EF430C38-A3D9-47F2-B45B-5EB878A90E86}" destId="{F6933DE0-C4F2-4306-9631-93D5C5BA5646}" srcOrd="0" destOrd="0" presId="urn:microsoft.com/office/officeart/2018/2/layout/IconVerticalSolidList"/>
    <dgm:cxn modelId="{4B6DEE24-A670-41FF-9B4C-33CE24329574}" type="presOf" srcId="{FED289D0-0C6B-4EBF-9409-9311942C5C3A}" destId="{A8DA0834-81DC-43BD-98BF-63F680490AC8}" srcOrd="0" destOrd="0" presId="urn:microsoft.com/office/officeart/2018/2/layout/IconVerticalSolidList"/>
    <dgm:cxn modelId="{EB2CEE26-F08E-45FD-854F-C583C92480B6}" srcId="{5EFB993C-9E0F-43D9-82A2-E5F64A59B71E}" destId="{7D183A5E-B141-4616-9B0E-8F9B934894E2}" srcOrd="3" destOrd="0" parTransId="{92B457C3-D823-4477-A3C6-61CB80BADBD9}" sibTransId="{F3FC380D-5B3A-4E8A-98D9-C7371CA0394F}"/>
    <dgm:cxn modelId="{36512031-49A1-4597-9A34-C70D1C7E7965}" type="presOf" srcId="{AAB75ACA-2345-470F-874C-F7B0DE92FE3C}" destId="{144405CA-4D6D-40E1-9742-050B053C3B82}" srcOrd="0" destOrd="0" presId="urn:microsoft.com/office/officeart/2018/2/layout/IconVerticalSolidList"/>
    <dgm:cxn modelId="{21D9B832-2807-4718-9621-33AC16F0C8B3}" srcId="{5EFB993C-9E0F-43D9-82A2-E5F64A59B71E}" destId="{DCD3862C-C3D9-432F-A93C-2C6CF239DE2C}" srcOrd="4" destOrd="0" parTransId="{361CD1AC-1953-4230-84B9-F0E3430222A5}" sibTransId="{953C7B07-1F1C-4409-A706-C7511F7EFDF9}"/>
    <dgm:cxn modelId="{0A1AB434-CBAC-449D-B173-CE77E9E853F3}" type="presOf" srcId="{10200F53-A99A-44BA-84C5-AF1BD20C8ECA}" destId="{72BC570C-6171-446F-86C4-2602C4392F5C}" srcOrd="0" destOrd="0" presId="urn:microsoft.com/office/officeart/2018/2/layout/IconVerticalSolidList"/>
    <dgm:cxn modelId="{F621B45B-ABB6-48EB-92B2-F2B482CB09A0}" type="presOf" srcId="{861F3159-FE81-488A-AB86-AE4FD27E4572}" destId="{59CFB996-38CF-48ED-9B3C-261B6CE4052B}" srcOrd="0" destOrd="1" presId="urn:microsoft.com/office/officeart/2018/2/layout/IconVerticalSolidList"/>
    <dgm:cxn modelId="{E98A0B5C-06D0-4CE1-9437-92BCE946E233}" srcId="{DCD3862C-C3D9-432F-A93C-2C6CF239DE2C}" destId="{C6EF6A40-CDAB-4ED3-9A7C-D0C109254FC3}" srcOrd="0" destOrd="0" parTransId="{F0B49DAA-E4A2-48C6-A0DD-6289FAB4BD39}" sibTransId="{968B5A92-BA6B-4843-AAA7-F9ED6B6C59AC}"/>
    <dgm:cxn modelId="{C9C2A160-D56E-4F45-83C1-BF2B92409B0A}" srcId="{5EFB993C-9E0F-43D9-82A2-E5F64A59B71E}" destId="{AAB75ACA-2345-470F-874C-F7B0DE92FE3C}" srcOrd="2" destOrd="0" parTransId="{9B1F375A-8BDD-4DE5-A7BA-AF0D31E7E7B0}" sibTransId="{AACEB72C-CC0F-4C8C-A4FA-C41CCEE5D2CF}"/>
    <dgm:cxn modelId="{6A0A4B48-3CA9-45CA-8DF0-40752C23D736}" type="presOf" srcId="{7D183A5E-B141-4616-9B0E-8F9B934894E2}" destId="{C0F07E41-0A8C-4DBB-B6F0-4EA385337C04}" srcOrd="0" destOrd="0" presId="urn:microsoft.com/office/officeart/2018/2/layout/IconVerticalSolidList"/>
    <dgm:cxn modelId="{246DEC6E-68B1-4118-921D-588011DF8FA0}" srcId="{7D183A5E-B141-4616-9B0E-8F9B934894E2}" destId="{FED289D0-0C6B-4EBF-9409-9311942C5C3A}" srcOrd="0" destOrd="0" parTransId="{83B2D0D7-A975-427F-82F5-5BDD938E8330}" sibTransId="{85A6FB35-376F-40D5-A96D-FC2405E51CFB}"/>
    <dgm:cxn modelId="{65E72E53-C9A2-404C-ABB4-B0DD9E331C8B}" type="presOf" srcId="{B34BFA45-147A-43DC-A175-F5B85A25C8E9}" destId="{BE26693D-77FD-4141-B549-8D3FE6128D0D}" srcOrd="0" destOrd="0" presId="urn:microsoft.com/office/officeart/2018/2/layout/IconVerticalSolidList"/>
    <dgm:cxn modelId="{BFE51774-1CB1-4505-B704-28B459A5D64B}" type="presOf" srcId="{799E0C65-6254-4A47-9B3C-19C70055CC16}" destId="{51A984BB-62DD-4639-BCBC-B9DC527C5992}" srcOrd="0" destOrd="0" presId="urn:microsoft.com/office/officeart/2018/2/layout/IconVerticalSolidList"/>
    <dgm:cxn modelId="{776E3E7A-5582-4A44-951B-5D0F4286C5F3}" srcId="{EF430C38-A3D9-47F2-B45B-5EB878A90E86}" destId="{799E0C65-6254-4A47-9B3C-19C70055CC16}" srcOrd="0" destOrd="0" parTransId="{42C6B62A-9BAB-4EC9-ADA8-C09AFFFD2941}" sibTransId="{94688221-1777-4C6B-AB35-C1BBDCFC7EB2}"/>
    <dgm:cxn modelId="{7924117D-326D-481C-BDF7-323A877FD0DA}" srcId="{AAB75ACA-2345-470F-874C-F7B0DE92FE3C}" destId="{DD6FB9A9-102E-4DA9-BE77-A8214B20A193}" srcOrd="0" destOrd="0" parTransId="{5A939F0B-CD1E-46E8-92C4-9AF3D445684A}" sibTransId="{962A78CF-EFC0-4511-B6F0-165591BFF9BF}"/>
    <dgm:cxn modelId="{46C1BD88-297D-4426-A0FE-D7F383E344F5}" type="presOf" srcId="{5EFB993C-9E0F-43D9-82A2-E5F64A59B71E}" destId="{3433C9FF-9E57-415D-927C-B7CF1D38347D}" srcOrd="0" destOrd="0" presId="urn:microsoft.com/office/officeart/2018/2/layout/IconVerticalSolidList"/>
    <dgm:cxn modelId="{BA1E9689-2FC0-46B6-BFA1-A828FE8CB918}" type="presOf" srcId="{DCD3862C-C3D9-432F-A93C-2C6CF239DE2C}" destId="{2C084BE8-E37F-4CF7-8023-7CE55F07B84A}" srcOrd="0" destOrd="0" presId="urn:microsoft.com/office/officeart/2018/2/layout/IconVerticalSolidList"/>
    <dgm:cxn modelId="{0F0CA28B-93FF-4E0D-90F3-3D5B4C4F0D92}" srcId="{5EFB993C-9E0F-43D9-82A2-E5F64A59B71E}" destId="{EF430C38-A3D9-47F2-B45B-5EB878A90E86}" srcOrd="0" destOrd="0" parTransId="{FA4E4013-279E-43A5-AB58-2750BE8355EF}" sibTransId="{C458A1A3-EFF0-41B5-8AF1-7FD64A8B75D5}"/>
    <dgm:cxn modelId="{F70AC08C-B264-4517-9561-2E3A87A2E4DB}" srcId="{B34BFA45-147A-43DC-A175-F5B85A25C8E9}" destId="{10200F53-A99A-44BA-84C5-AF1BD20C8ECA}" srcOrd="0" destOrd="0" parTransId="{B418D57A-A3A6-4A4E-BBC0-2C5965D7854F}" sibTransId="{16DD12A6-2CED-473F-A956-6DDCAA3F4CB4}"/>
    <dgm:cxn modelId="{741A6AB2-9720-4B7E-85C8-6B677B97B22C}" srcId="{DCD3862C-C3D9-432F-A93C-2C6CF239DE2C}" destId="{861F3159-FE81-488A-AB86-AE4FD27E4572}" srcOrd="1" destOrd="0" parTransId="{A41CE342-31BB-417F-9A98-F3E7124117E7}" sibTransId="{5417A8C5-AD92-42B7-BFE0-B9989381544B}"/>
    <dgm:cxn modelId="{F0A461E3-11B9-4CFF-AA74-9160F9542678}" srcId="{5EFB993C-9E0F-43D9-82A2-E5F64A59B71E}" destId="{B34BFA45-147A-43DC-A175-F5B85A25C8E9}" srcOrd="1" destOrd="0" parTransId="{F81DBCF2-58EF-4B5E-A0E7-DE13B39B98EB}" sibTransId="{8A4AD9F0-BCAB-4DF0-8B16-8E8AF80FB992}"/>
    <dgm:cxn modelId="{766A90ED-C5CE-4BAE-A8CC-2D0693B211E1}" type="presOf" srcId="{C6EF6A40-CDAB-4ED3-9A7C-D0C109254FC3}" destId="{59CFB996-38CF-48ED-9B3C-261B6CE4052B}" srcOrd="0" destOrd="0" presId="urn:microsoft.com/office/officeart/2018/2/layout/IconVerticalSolidList"/>
    <dgm:cxn modelId="{C7926554-666C-49DB-94A1-26A524AF268E}" type="presParOf" srcId="{3433C9FF-9E57-415D-927C-B7CF1D38347D}" destId="{E3D8DACB-E572-4E7E-9C54-9F74B33D17B9}" srcOrd="0" destOrd="0" presId="urn:microsoft.com/office/officeart/2018/2/layout/IconVerticalSolidList"/>
    <dgm:cxn modelId="{DE1C2B44-1E86-4F38-850B-FD44E2EF99F2}" type="presParOf" srcId="{E3D8DACB-E572-4E7E-9C54-9F74B33D17B9}" destId="{12D17821-7DB4-4960-8207-4E953D94FAE1}" srcOrd="0" destOrd="0" presId="urn:microsoft.com/office/officeart/2018/2/layout/IconVerticalSolidList"/>
    <dgm:cxn modelId="{566C4172-56CC-40B0-B832-65EB57700676}" type="presParOf" srcId="{E3D8DACB-E572-4E7E-9C54-9F74B33D17B9}" destId="{842D915E-94FD-4B89-A401-E5180DE2585E}" srcOrd="1" destOrd="0" presId="urn:microsoft.com/office/officeart/2018/2/layout/IconVerticalSolidList"/>
    <dgm:cxn modelId="{D4FDD2D6-4320-4061-868F-399013BF037C}" type="presParOf" srcId="{E3D8DACB-E572-4E7E-9C54-9F74B33D17B9}" destId="{F004AAC7-55B1-4ADE-BF33-EDBDA5B1E41C}" srcOrd="2" destOrd="0" presId="urn:microsoft.com/office/officeart/2018/2/layout/IconVerticalSolidList"/>
    <dgm:cxn modelId="{3FACF119-BC0F-47CA-ACA3-4FEE8A842713}" type="presParOf" srcId="{E3D8DACB-E572-4E7E-9C54-9F74B33D17B9}" destId="{F6933DE0-C4F2-4306-9631-93D5C5BA5646}" srcOrd="3" destOrd="0" presId="urn:microsoft.com/office/officeart/2018/2/layout/IconVerticalSolidList"/>
    <dgm:cxn modelId="{3DF7273F-6EE5-48D6-A0D6-B3D54B556225}" type="presParOf" srcId="{E3D8DACB-E572-4E7E-9C54-9F74B33D17B9}" destId="{51A984BB-62DD-4639-BCBC-B9DC527C5992}" srcOrd="4" destOrd="0" presId="urn:microsoft.com/office/officeart/2018/2/layout/IconVerticalSolidList"/>
    <dgm:cxn modelId="{1383CF81-1681-45CE-A86F-B4F15703FC38}" type="presParOf" srcId="{3433C9FF-9E57-415D-927C-B7CF1D38347D}" destId="{9BD5873F-2ADB-4476-949A-3B6A6E7CD376}" srcOrd="1" destOrd="0" presId="urn:microsoft.com/office/officeart/2018/2/layout/IconVerticalSolidList"/>
    <dgm:cxn modelId="{4500ABD7-B4CD-489C-81F7-850B2514F021}" type="presParOf" srcId="{3433C9FF-9E57-415D-927C-B7CF1D38347D}" destId="{97D857C3-D355-4DF7-B1AB-2DAC03D3BDA8}" srcOrd="2" destOrd="0" presId="urn:microsoft.com/office/officeart/2018/2/layout/IconVerticalSolidList"/>
    <dgm:cxn modelId="{854100D6-2FD9-4781-90BE-E867482A8031}" type="presParOf" srcId="{97D857C3-D355-4DF7-B1AB-2DAC03D3BDA8}" destId="{FA9CED73-9CFA-4EC9-B487-BB0E6C66F8F7}" srcOrd="0" destOrd="0" presId="urn:microsoft.com/office/officeart/2018/2/layout/IconVerticalSolidList"/>
    <dgm:cxn modelId="{800776E6-11CE-40F6-A51F-D87A50EA9C91}" type="presParOf" srcId="{97D857C3-D355-4DF7-B1AB-2DAC03D3BDA8}" destId="{0D1085FD-31AC-4240-A109-54128704D70C}" srcOrd="1" destOrd="0" presId="urn:microsoft.com/office/officeart/2018/2/layout/IconVerticalSolidList"/>
    <dgm:cxn modelId="{8F4A7DD1-7CDE-4589-9B06-92BC3D00CD9E}" type="presParOf" srcId="{97D857C3-D355-4DF7-B1AB-2DAC03D3BDA8}" destId="{66AAE654-8493-41F0-82CC-672674DE27FA}" srcOrd="2" destOrd="0" presId="urn:microsoft.com/office/officeart/2018/2/layout/IconVerticalSolidList"/>
    <dgm:cxn modelId="{D051B2C5-C29E-4EBD-BCE0-48DD880141B9}" type="presParOf" srcId="{97D857C3-D355-4DF7-B1AB-2DAC03D3BDA8}" destId="{BE26693D-77FD-4141-B549-8D3FE6128D0D}" srcOrd="3" destOrd="0" presId="urn:microsoft.com/office/officeart/2018/2/layout/IconVerticalSolidList"/>
    <dgm:cxn modelId="{E1377039-59D8-4AED-9B93-5C7B15C104FC}" type="presParOf" srcId="{97D857C3-D355-4DF7-B1AB-2DAC03D3BDA8}" destId="{72BC570C-6171-446F-86C4-2602C4392F5C}" srcOrd="4" destOrd="0" presId="urn:microsoft.com/office/officeart/2018/2/layout/IconVerticalSolidList"/>
    <dgm:cxn modelId="{552E8657-E987-429F-B080-5ACA8BCB75B1}" type="presParOf" srcId="{3433C9FF-9E57-415D-927C-B7CF1D38347D}" destId="{153341E0-AEAB-42D6-A6F5-170CD594AF08}" srcOrd="3" destOrd="0" presId="urn:microsoft.com/office/officeart/2018/2/layout/IconVerticalSolidList"/>
    <dgm:cxn modelId="{80F5DA67-A0EE-43F0-8363-5770CEA4B2A4}" type="presParOf" srcId="{3433C9FF-9E57-415D-927C-B7CF1D38347D}" destId="{1E0CBC8F-B1BA-4FFE-B072-47BDDEEA49A7}" srcOrd="4" destOrd="0" presId="urn:microsoft.com/office/officeart/2018/2/layout/IconVerticalSolidList"/>
    <dgm:cxn modelId="{7E2FFBF4-C114-41DC-BB40-252164797B3D}" type="presParOf" srcId="{1E0CBC8F-B1BA-4FFE-B072-47BDDEEA49A7}" destId="{FBD48922-7605-4739-9370-D64B5EFC9643}" srcOrd="0" destOrd="0" presId="urn:microsoft.com/office/officeart/2018/2/layout/IconVerticalSolidList"/>
    <dgm:cxn modelId="{C9979B95-B63F-41BC-A6D1-081E14304036}" type="presParOf" srcId="{1E0CBC8F-B1BA-4FFE-B072-47BDDEEA49A7}" destId="{189510A8-DEA8-4E60-95DC-60F24B30737A}" srcOrd="1" destOrd="0" presId="urn:microsoft.com/office/officeart/2018/2/layout/IconVerticalSolidList"/>
    <dgm:cxn modelId="{900D92B5-2A58-4A0F-B377-76EE03C29C0D}" type="presParOf" srcId="{1E0CBC8F-B1BA-4FFE-B072-47BDDEEA49A7}" destId="{878C3923-B31C-4B39-A741-17DD6850E06A}" srcOrd="2" destOrd="0" presId="urn:microsoft.com/office/officeart/2018/2/layout/IconVerticalSolidList"/>
    <dgm:cxn modelId="{A1DF1A29-C244-4E4C-AE96-3D3EFE60388C}" type="presParOf" srcId="{1E0CBC8F-B1BA-4FFE-B072-47BDDEEA49A7}" destId="{144405CA-4D6D-40E1-9742-050B053C3B82}" srcOrd="3" destOrd="0" presId="urn:microsoft.com/office/officeart/2018/2/layout/IconVerticalSolidList"/>
    <dgm:cxn modelId="{5513F574-8ADB-4B1E-B129-66FC0EF7F057}" type="presParOf" srcId="{1E0CBC8F-B1BA-4FFE-B072-47BDDEEA49A7}" destId="{C98F0E71-DD3D-45F0-8D5C-F24CED589581}" srcOrd="4" destOrd="0" presId="urn:microsoft.com/office/officeart/2018/2/layout/IconVerticalSolidList"/>
    <dgm:cxn modelId="{09A484CF-448B-4577-B06E-81275FE29FEC}" type="presParOf" srcId="{3433C9FF-9E57-415D-927C-B7CF1D38347D}" destId="{F885C5FE-BB83-4496-865C-0D642FE3162E}" srcOrd="5" destOrd="0" presId="urn:microsoft.com/office/officeart/2018/2/layout/IconVerticalSolidList"/>
    <dgm:cxn modelId="{794A3CBA-05BB-4A24-A6CC-192F3D18BB96}" type="presParOf" srcId="{3433C9FF-9E57-415D-927C-B7CF1D38347D}" destId="{6B6376D9-D081-4516-98EB-E30EDD96AA23}" srcOrd="6" destOrd="0" presId="urn:microsoft.com/office/officeart/2018/2/layout/IconVerticalSolidList"/>
    <dgm:cxn modelId="{CE742D2B-B8AB-40B2-A7F1-2CEC52FEAF5F}" type="presParOf" srcId="{6B6376D9-D081-4516-98EB-E30EDD96AA23}" destId="{DA8BED15-8D23-4BDE-97C3-73760629C094}" srcOrd="0" destOrd="0" presId="urn:microsoft.com/office/officeart/2018/2/layout/IconVerticalSolidList"/>
    <dgm:cxn modelId="{F1B69DA8-4AD7-49F3-9522-EC32F8CB2314}" type="presParOf" srcId="{6B6376D9-D081-4516-98EB-E30EDD96AA23}" destId="{15FC0E46-E5ED-4846-879A-4ED5732E4FE9}" srcOrd="1" destOrd="0" presId="urn:microsoft.com/office/officeart/2018/2/layout/IconVerticalSolidList"/>
    <dgm:cxn modelId="{A44DBA87-65AF-4828-A7CD-EFCCF4BBDD3B}" type="presParOf" srcId="{6B6376D9-D081-4516-98EB-E30EDD96AA23}" destId="{49744DF8-54DF-49CF-AB11-DF0687A4D7A2}" srcOrd="2" destOrd="0" presId="urn:microsoft.com/office/officeart/2018/2/layout/IconVerticalSolidList"/>
    <dgm:cxn modelId="{C34B0C06-23B5-4F2D-874B-B75C6513432F}" type="presParOf" srcId="{6B6376D9-D081-4516-98EB-E30EDD96AA23}" destId="{C0F07E41-0A8C-4DBB-B6F0-4EA385337C04}" srcOrd="3" destOrd="0" presId="urn:microsoft.com/office/officeart/2018/2/layout/IconVerticalSolidList"/>
    <dgm:cxn modelId="{1539EC84-8A1C-4CB3-A3C9-576A2A9D88EA}" type="presParOf" srcId="{6B6376D9-D081-4516-98EB-E30EDD96AA23}" destId="{A8DA0834-81DC-43BD-98BF-63F680490AC8}" srcOrd="4" destOrd="0" presId="urn:microsoft.com/office/officeart/2018/2/layout/IconVerticalSolidList"/>
    <dgm:cxn modelId="{7DE86629-5037-492F-A7FF-DF5423F46D92}" type="presParOf" srcId="{3433C9FF-9E57-415D-927C-B7CF1D38347D}" destId="{7897E517-A977-4867-99DF-5018DD4F9639}" srcOrd="7" destOrd="0" presId="urn:microsoft.com/office/officeart/2018/2/layout/IconVerticalSolidList"/>
    <dgm:cxn modelId="{93B623B8-8DF2-414A-84A6-FE402D9D51C6}" type="presParOf" srcId="{3433C9FF-9E57-415D-927C-B7CF1D38347D}" destId="{1B2FE4A4-2830-4229-B73E-6606DA977556}" srcOrd="8" destOrd="0" presId="urn:microsoft.com/office/officeart/2018/2/layout/IconVerticalSolidList"/>
    <dgm:cxn modelId="{E30EDC82-3932-44C3-A540-99269CDE9423}" type="presParOf" srcId="{1B2FE4A4-2830-4229-B73E-6606DA977556}" destId="{225C54DD-23E5-4415-B1AD-8AB48A14526C}" srcOrd="0" destOrd="0" presId="urn:microsoft.com/office/officeart/2018/2/layout/IconVerticalSolidList"/>
    <dgm:cxn modelId="{83A1F2AE-EADE-45A6-87CB-DE5C626DA2D7}" type="presParOf" srcId="{1B2FE4A4-2830-4229-B73E-6606DA977556}" destId="{A211C2B8-AF91-4D03-AAB1-3B86D6B1BFB3}" srcOrd="1" destOrd="0" presId="urn:microsoft.com/office/officeart/2018/2/layout/IconVerticalSolidList"/>
    <dgm:cxn modelId="{FA6F3293-61B5-4D06-9694-AAE59CD07834}" type="presParOf" srcId="{1B2FE4A4-2830-4229-B73E-6606DA977556}" destId="{EFE7E6B8-A3BE-428A-A0C1-FF545A1CB2D1}" srcOrd="2" destOrd="0" presId="urn:microsoft.com/office/officeart/2018/2/layout/IconVerticalSolidList"/>
    <dgm:cxn modelId="{7E0A6025-32A8-4EC4-B979-EFB7D5771361}" type="presParOf" srcId="{1B2FE4A4-2830-4229-B73E-6606DA977556}" destId="{2C084BE8-E37F-4CF7-8023-7CE55F07B84A}" srcOrd="3" destOrd="0" presId="urn:microsoft.com/office/officeart/2018/2/layout/IconVerticalSolidList"/>
    <dgm:cxn modelId="{E687417F-4431-4C29-A7AF-8EC517876584}" type="presParOf" srcId="{1B2FE4A4-2830-4229-B73E-6606DA977556}" destId="{59CFB996-38CF-48ED-9B3C-261B6CE4052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3015D-F47D-44BE-9C94-4B4DB7BF969F}">
      <dsp:nvSpPr>
        <dsp:cNvPr id="0" name=""/>
        <dsp:cNvSpPr/>
      </dsp:nvSpPr>
      <dsp:spPr>
        <a:xfrm>
          <a:off x="0" y="2315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B37F3-AD39-4C8D-96AA-058F039D0D08}">
      <dsp:nvSpPr>
        <dsp:cNvPr id="0" name=""/>
        <dsp:cNvSpPr/>
      </dsp:nvSpPr>
      <dsp:spPr>
        <a:xfrm>
          <a:off x="354965" y="266339"/>
          <a:ext cx="645392" cy="645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677BE-3EBC-4EAE-BF6C-9A3F80377B53}">
      <dsp:nvSpPr>
        <dsp:cNvPr id="0" name=""/>
        <dsp:cNvSpPr/>
      </dsp:nvSpPr>
      <dsp:spPr>
        <a:xfrm>
          <a:off x="1355324" y="2315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Contenedor</a:t>
          </a:r>
          <a:r>
            <a:rPr lang="en-US" sz="1900" kern="1200" dirty="0"/>
            <a:t> Docker: Apache Airflow + Pipeline de </a:t>
          </a:r>
          <a:r>
            <a:rPr lang="en-US" sz="1900" kern="1200" dirty="0" err="1"/>
            <a:t>detección</a:t>
          </a:r>
          <a:r>
            <a:rPr lang="en-US" sz="1900" kern="1200" dirty="0"/>
            <a:t> de </a:t>
          </a:r>
          <a:r>
            <a:rPr lang="en-US" sz="1900" kern="1200" dirty="0" err="1"/>
            <a:t>fracturas</a:t>
          </a:r>
          <a:endParaRPr lang="en-US" sz="1900" kern="1200" dirty="0"/>
        </a:p>
      </dsp:txBody>
      <dsp:txXfrm>
        <a:off x="1355324" y="2315"/>
        <a:ext cx="3340500" cy="1173440"/>
      </dsp:txXfrm>
    </dsp:sp>
    <dsp:sp modelId="{4747D59C-246C-4B2D-BFC8-7728F3D28AB6}">
      <dsp:nvSpPr>
        <dsp:cNvPr id="0" name=""/>
        <dsp:cNvSpPr/>
      </dsp:nvSpPr>
      <dsp:spPr>
        <a:xfrm>
          <a:off x="0" y="1469116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9292A-6AF1-4D9E-848D-501BC1BF90C4}">
      <dsp:nvSpPr>
        <dsp:cNvPr id="0" name=""/>
        <dsp:cNvSpPr/>
      </dsp:nvSpPr>
      <dsp:spPr>
        <a:xfrm>
          <a:off x="354965" y="1733140"/>
          <a:ext cx="645392" cy="645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52A17-6D80-465A-B623-D134502DE21E}">
      <dsp:nvSpPr>
        <dsp:cNvPr id="0" name=""/>
        <dsp:cNvSpPr/>
      </dsp:nvSpPr>
      <dsp:spPr>
        <a:xfrm>
          <a:off x="1355324" y="1469116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Aplicación</a:t>
          </a:r>
          <a:r>
            <a:rPr lang="en-US" sz="1900" kern="1200" dirty="0"/>
            <a:t> </a:t>
          </a:r>
          <a:r>
            <a:rPr lang="en-US" sz="1900" kern="1200" dirty="0" err="1"/>
            <a:t>Streamlit</a:t>
          </a:r>
          <a:r>
            <a:rPr lang="en-US" sz="1900" kern="1200" dirty="0"/>
            <a:t>: </a:t>
          </a:r>
          <a:r>
            <a:rPr lang="en-US" sz="1900" kern="1200" dirty="0" err="1"/>
            <a:t>Interfaz</a:t>
          </a:r>
          <a:r>
            <a:rPr lang="en-US" sz="1900" kern="1200" dirty="0"/>
            <a:t> web (local)</a:t>
          </a:r>
        </a:p>
      </dsp:txBody>
      <dsp:txXfrm>
        <a:off x="1355324" y="1469116"/>
        <a:ext cx="3340500" cy="1173440"/>
      </dsp:txXfrm>
    </dsp:sp>
    <dsp:sp modelId="{7594EA17-4A9A-48FE-A5A8-CBD9C74F184F}">
      <dsp:nvSpPr>
        <dsp:cNvPr id="0" name=""/>
        <dsp:cNvSpPr/>
      </dsp:nvSpPr>
      <dsp:spPr>
        <a:xfrm>
          <a:off x="0" y="2935917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73985-BDB2-457F-BBAF-FD533D3C8A20}">
      <dsp:nvSpPr>
        <dsp:cNvPr id="0" name=""/>
        <dsp:cNvSpPr/>
      </dsp:nvSpPr>
      <dsp:spPr>
        <a:xfrm>
          <a:off x="354965" y="3199941"/>
          <a:ext cx="645392" cy="645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AC01D-AB2F-4964-B455-84557D352A8F}">
      <dsp:nvSpPr>
        <dsp:cNvPr id="0" name=""/>
        <dsp:cNvSpPr/>
      </dsp:nvSpPr>
      <dsp:spPr>
        <a:xfrm>
          <a:off x="1355324" y="2935917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Modelo ResNet50 </a:t>
          </a:r>
          <a:r>
            <a:rPr lang="en-US" sz="1900" kern="1200" dirty="0" err="1"/>
            <a:t>modificado</a:t>
          </a:r>
          <a:r>
            <a:rPr lang="en-US" sz="1900" kern="1200" dirty="0"/>
            <a:t> para </a:t>
          </a:r>
          <a:r>
            <a:rPr lang="en-US" sz="1900" kern="1200" dirty="0" err="1"/>
            <a:t>clasificación</a:t>
          </a:r>
          <a:r>
            <a:rPr lang="en-US" sz="1900" kern="1200" dirty="0"/>
            <a:t> de </a:t>
          </a:r>
          <a:r>
            <a:rPr lang="en-US" sz="1900" kern="1200" dirty="0" err="1"/>
            <a:t>fracturas</a:t>
          </a:r>
          <a:endParaRPr lang="en-US" sz="1900" kern="1200" dirty="0"/>
        </a:p>
      </dsp:txBody>
      <dsp:txXfrm>
        <a:off x="1355324" y="2935917"/>
        <a:ext cx="3340500" cy="1173440"/>
      </dsp:txXfrm>
    </dsp:sp>
    <dsp:sp modelId="{E8B1F38B-006A-424D-A64E-6BBDD42C56DC}">
      <dsp:nvSpPr>
        <dsp:cNvPr id="0" name=""/>
        <dsp:cNvSpPr/>
      </dsp:nvSpPr>
      <dsp:spPr>
        <a:xfrm>
          <a:off x="0" y="4402718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94226-95E7-49ED-8DDD-8BA0DCB278B3}">
      <dsp:nvSpPr>
        <dsp:cNvPr id="0" name=""/>
        <dsp:cNvSpPr/>
      </dsp:nvSpPr>
      <dsp:spPr>
        <a:xfrm>
          <a:off x="354965" y="4666742"/>
          <a:ext cx="645392" cy="645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008B8-8DE3-4EA2-B74A-9BC09699D2BD}">
      <dsp:nvSpPr>
        <dsp:cNvPr id="0" name=""/>
        <dsp:cNvSpPr/>
      </dsp:nvSpPr>
      <dsp:spPr>
        <a:xfrm>
          <a:off x="1355324" y="4402718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Volumen</a:t>
          </a:r>
          <a:r>
            <a:rPr lang="en-US" sz="1900" kern="1200" dirty="0"/>
            <a:t> </a:t>
          </a:r>
          <a:r>
            <a:rPr lang="en-US" sz="1900" kern="1200" dirty="0" err="1"/>
            <a:t>compartido</a:t>
          </a:r>
          <a:r>
            <a:rPr lang="en-US" sz="1900" kern="1200" dirty="0"/>
            <a:t>: </a:t>
          </a:r>
          <a:r>
            <a:rPr lang="en-US" sz="1900" kern="1200" dirty="0" err="1"/>
            <a:t>Carpeta</a:t>
          </a:r>
          <a:r>
            <a:rPr lang="en-US" sz="1900" kern="1200" dirty="0"/>
            <a:t> data/</a:t>
          </a:r>
        </a:p>
      </dsp:txBody>
      <dsp:txXfrm>
        <a:off x="1355324" y="4402718"/>
        <a:ext cx="3340500" cy="1173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B6069-DA56-4E01-9E7E-C0FB293987E8}">
      <dsp:nvSpPr>
        <dsp:cNvPr id="0" name=""/>
        <dsp:cNvSpPr/>
      </dsp:nvSpPr>
      <dsp:spPr>
        <a:xfrm rot="5400000">
          <a:off x="2104704" y="-142025"/>
          <a:ext cx="2176912" cy="300532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Imagen: Python 3.11 + Airflow 2.8.1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Librerías</a:t>
          </a:r>
          <a:r>
            <a:rPr lang="en-US" sz="1600" kern="1200" dirty="0"/>
            <a:t>: </a:t>
          </a:r>
          <a:r>
            <a:rPr lang="en-US" sz="1600" kern="1200" dirty="0" err="1"/>
            <a:t>PyTorch</a:t>
          </a:r>
          <a:r>
            <a:rPr lang="en-US" sz="1600" kern="1200" dirty="0"/>
            <a:t> CPU, OpenCV, NumPy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Puerto: 8080 (Airflow Web UI + API)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Volumen</a:t>
          </a:r>
          <a:r>
            <a:rPr lang="en-US" sz="1600" kern="1200" dirty="0"/>
            <a:t>: ./data:/opt/airflow/data</a:t>
          </a:r>
        </a:p>
      </dsp:txBody>
      <dsp:txXfrm rot="-5400000">
        <a:off x="1690496" y="378451"/>
        <a:ext cx="2899060" cy="1964376"/>
      </dsp:txXfrm>
    </dsp:sp>
    <dsp:sp modelId="{22F150B5-4D1D-418A-A821-BF1CF184205F}">
      <dsp:nvSpPr>
        <dsp:cNvPr id="0" name=""/>
        <dsp:cNvSpPr/>
      </dsp:nvSpPr>
      <dsp:spPr>
        <a:xfrm>
          <a:off x="0" y="68"/>
          <a:ext cx="1690497" cy="27211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Contenedor</a:t>
          </a:r>
          <a:r>
            <a:rPr lang="en-US" sz="2000" kern="1200" dirty="0"/>
            <a:t> Docker - Airflow</a:t>
          </a:r>
        </a:p>
      </dsp:txBody>
      <dsp:txXfrm>
        <a:off x="82523" y="82591"/>
        <a:ext cx="1525451" cy="2556094"/>
      </dsp:txXfrm>
    </dsp:sp>
    <dsp:sp modelId="{9D466D21-6A83-4719-B6F0-B2E776DD531C}">
      <dsp:nvSpPr>
        <dsp:cNvPr id="0" name=""/>
        <dsp:cNvSpPr/>
      </dsp:nvSpPr>
      <dsp:spPr>
        <a:xfrm rot="5400000">
          <a:off x="2104704" y="2715172"/>
          <a:ext cx="2176912" cy="3005328"/>
        </a:xfrm>
        <a:prstGeom prst="round2Same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 </a:t>
          </a:r>
          <a:r>
            <a:rPr lang="en-US" sz="1600" kern="1200" dirty="0" err="1"/>
            <a:t>ejecuta</a:t>
          </a:r>
          <a:r>
            <a:rPr lang="en-US" sz="1600" kern="1200" dirty="0"/>
            <a:t> fuera del </a:t>
          </a:r>
          <a:r>
            <a:rPr lang="en-US" sz="1600" kern="1200" dirty="0" err="1"/>
            <a:t>contenedor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Consume API REST de Airflow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Lee/escribe </a:t>
          </a:r>
          <a:r>
            <a:rPr lang="en-US" sz="1600" kern="1200" dirty="0" err="1"/>
            <a:t>en</a:t>
          </a:r>
          <a:r>
            <a:rPr lang="en-US" sz="1600" kern="1200" dirty="0"/>
            <a:t> </a:t>
          </a:r>
          <a:r>
            <a:rPr lang="en-US" sz="1600" kern="1200" dirty="0" err="1"/>
            <a:t>carpeta</a:t>
          </a:r>
          <a:r>
            <a:rPr lang="en-US" sz="1600" kern="1200" dirty="0"/>
            <a:t> data/ </a:t>
          </a:r>
          <a:r>
            <a:rPr lang="en-US" sz="1600" kern="1200" dirty="0" err="1"/>
            <a:t>compartida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Interfaz</a:t>
          </a:r>
          <a:r>
            <a:rPr lang="en-US" sz="1600" kern="1200" dirty="0"/>
            <a:t> web para </a:t>
          </a:r>
          <a:r>
            <a:rPr lang="en-US" sz="1600" kern="1200" dirty="0" err="1"/>
            <a:t>usuarios</a:t>
          </a:r>
          <a:r>
            <a:rPr lang="en-US" sz="1600" kern="1200" dirty="0"/>
            <a:t> finales</a:t>
          </a:r>
        </a:p>
      </dsp:txBody>
      <dsp:txXfrm rot="-5400000">
        <a:off x="1690496" y="3235648"/>
        <a:ext cx="2899060" cy="1964376"/>
      </dsp:txXfrm>
    </dsp:sp>
    <dsp:sp modelId="{B1097C26-2224-4F84-8E5F-A47F62C1E8C6}">
      <dsp:nvSpPr>
        <dsp:cNvPr id="0" name=""/>
        <dsp:cNvSpPr/>
      </dsp:nvSpPr>
      <dsp:spPr>
        <a:xfrm>
          <a:off x="0" y="2857266"/>
          <a:ext cx="1690497" cy="272114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Aplicación</a:t>
          </a:r>
          <a:r>
            <a:rPr lang="en-US" sz="2000" kern="1200" dirty="0"/>
            <a:t> </a:t>
          </a:r>
          <a:r>
            <a:rPr lang="en-US" sz="2000" kern="1200" dirty="0" err="1"/>
            <a:t>Streamlit</a:t>
          </a:r>
          <a:r>
            <a:rPr lang="en-US" sz="2000" kern="1200" dirty="0"/>
            <a:t> (Local)</a:t>
          </a:r>
        </a:p>
      </dsp:txBody>
      <dsp:txXfrm>
        <a:off x="82523" y="2939789"/>
        <a:ext cx="1525451" cy="2556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DE43E-06EC-4C17-88CC-D9C23B7C32B1}">
      <dsp:nvSpPr>
        <dsp:cNvPr id="0" name=""/>
        <dsp:cNvSpPr/>
      </dsp:nvSpPr>
      <dsp:spPr>
        <a:xfrm>
          <a:off x="0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25DF4-8152-48D6-AE74-55A84677A3A2}">
      <dsp:nvSpPr>
        <dsp:cNvPr id="0" name=""/>
        <dsp:cNvSpPr/>
      </dsp:nvSpPr>
      <dsp:spPr>
        <a:xfrm>
          <a:off x="253843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Lee la imagen desde data/raw/</a:t>
          </a:r>
          <a:endParaRPr lang="en-US" sz="2400" kern="1200"/>
        </a:p>
      </dsp:txBody>
      <dsp:txXfrm>
        <a:off x="296333" y="1237140"/>
        <a:ext cx="2199608" cy="1365733"/>
      </dsp:txXfrm>
    </dsp:sp>
    <dsp:sp modelId="{197C1DF0-2A48-4D1C-A5D2-D5BA2C9F4A1F}">
      <dsp:nvSpPr>
        <dsp:cNvPr id="0" name=""/>
        <dsp:cNvSpPr/>
      </dsp:nvSpPr>
      <dsp:spPr>
        <a:xfrm>
          <a:off x="2792274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81081-5171-43DD-90D2-08D6320BCC1F}">
      <dsp:nvSpPr>
        <dsp:cNvPr id="0" name=""/>
        <dsp:cNvSpPr/>
      </dsp:nvSpPr>
      <dsp:spPr>
        <a:xfrm>
          <a:off x="3046117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Valida que el archivo exista</a:t>
          </a:r>
          <a:endParaRPr lang="en-US" sz="2400" kern="1200"/>
        </a:p>
      </dsp:txBody>
      <dsp:txXfrm>
        <a:off x="3088607" y="1237140"/>
        <a:ext cx="2199608" cy="1365733"/>
      </dsp:txXfrm>
    </dsp:sp>
    <dsp:sp modelId="{732E503C-79B9-4B78-8767-6902FC9E237B}">
      <dsp:nvSpPr>
        <dsp:cNvPr id="0" name=""/>
        <dsp:cNvSpPr/>
      </dsp:nvSpPr>
      <dsp:spPr>
        <a:xfrm>
          <a:off x="5584549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29B84-BE6F-4CFB-8A6E-9AF860550B60}">
      <dsp:nvSpPr>
        <dsp:cNvPr id="0" name=""/>
        <dsp:cNvSpPr/>
      </dsp:nvSpPr>
      <dsp:spPr>
        <a:xfrm>
          <a:off x="5838392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Pasa la ruta al siguiente paso via XCom</a:t>
          </a:r>
          <a:endParaRPr lang="en-US" sz="2400" kern="1200"/>
        </a:p>
      </dsp:txBody>
      <dsp:txXfrm>
        <a:off x="5880882" y="1237140"/>
        <a:ext cx="2199608" cy="13657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4F36-024C-4F52-90AA-688D5EAEE8EB}">
      <dsp:nvSpPr>
        <dsp:cNvPr id="0" name=""/>
        <dsp:cNvSpPr/>
      </dsp:nvSpPr>
      <dsp:spPr>
        <a:xfrm>
          <a:off x="0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6E7DA-D174-4470-AF93-1AD88CEF0AF5}">
      <dsp:nvSpPr>
        <dsp:cNvPr id="0" name=""/>
        <dsp:cNvSpPr/>
      </dsp:nvSpPr>
      <dsp:spPr>
        <a:xfrm>
          <a:off x="253843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Copia la imagen a data/clean/</a:t>
          </a:r>
          <a:endParaRPr lang="en-US" sz="1900" kern="1200"/>
        </a:p>
      </dsp:txBody>
      <dsp:txXfrm>
        <a:off x="296333" y="1237140"/>
        <a:ext cx="2199608" cy="1365733"/>
      </dsp:txXfrm>
    </dsp:sp>
    <dsp:sp modelId="{C59AF2A2-2109-4F8E-9F38-F0F13748BB1C}">
      <dsp:nvSpPr>
        <dsp:cNvPr id="0" name=""/>
        <dsp:cNvSpPr/>
      </dsp:nvSpPr>
      <dsp:spPr>
        <a:xfrm>
          <a:off x="2792274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8B3F4-5084-4BCE-AE1F-82A9F8B1CF46}">
      <dsp:nvSpPr>
        <dsp:cNvPr id="0" name=""/>
        <dsp:cNvSpPr/>
      </dsp:nvSpPr>
      <dsp:spPr>
        <a:xfrm>
          <a:off x="3046117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Le sube o baja el brillo dependiendo del brillo promedio</a:t>
          </a:r>
          <a:endParaRPr lang="en-US" sz="1900" kern="1200"/>
        </a:p>
      </dsp:txBody>
      <dsp:txXfrm>
        <a:off x="3088607" y="1237140"/>
        <a:ext cx="2199608" cy="1365733"/>
      </dsp:txXfrm>
    </dsp:sp>
    <dsp:sp modelId="{CA8AB79A-E4EF-4F89-8865-AF51CE1EA0C5}">
      <dsp:nvSpPr>
        <dsp:cNvPr id="0" name=""/>
        <dsp:cNvSpPr/>
      </dsp:nvSpPr>
      <dsp:spPr>
        <a:xfrm>
          <a:off x="5584549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146CA-7D91-40D0-B928-AA09954256AC}">
      <dsp:nvSpPr>
        <dsp:cNvPr id="0" name=""/>
        <dsp:cNvSpPr/>
      </dsp:nvSpPr>
      <dsp:spPr>
        <a:xfrm>
          <a:off x="5838392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900" kern="1200"/>
            <a:t>Prepara para evaluación</a:t>
          </a:r>
          <a:endParaRPr lang="en-US" sz="1900" kern="1200"/>
        </a:p>
      </dsp:txBody>
      <dsp:txXfrm>
        <a:off x="5880882" y="1237140"/>
        <a:ext cx="2199608" cy="13657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93F72-8537-4974-92A9-6FAE1E54E31F}">
      <dsp:nvSpPr>
        <dsp:cNvPr id="0" name=""/>
        <dsp:cNvSpPr/>
      </dsp:nvSpPr>
      <dsp:spPr>
        <a:xfrm>
          <a:off x="2379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63BBE-FF5B-4305-B49F-F922C5F26939}">
      <dsp:nvSpPr>
        <dsp:cNvPr id="0" name=""/>
        <dsp:cNvSpPr/>
      </dsp:nvSpPr>
      <dsp:spPr>
        <a:xfrm>
          <a:off x="191175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Carga modelo ResNet50 entrenado</a:t>
          </a:r>
          <a:endParaRPr lang="en-US" sz="1400" kern="1200"/>
        </a:p>
      </dsp:txBody>
      <dsp:txXfrm>
        <a:off x="222777" y="1381227"/>
        <a:ext cx="1635958" cy="1015764"/>
      </dsp:txXfrm>
    </dsp:sp>
    <dsp:sp modelId="{CB834776-D040-4F63-8DC1-6DEAB64A520D}">
      <dsp:nvSpPr>
        <dsp:cNvPr id="0" name=""/>
        <dsp:cNvSpPr/>
      </dsp:nvSpPr>
      <dsp:spPr>
        <a:xfrm>
          <a:off x="2079134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EC411-0106-42D1-8051-F5F265E69FB9}">
      <dsp:nvSpPr>
        <dsp:cNvPr id="0" name=""/>
        <dsp:cNvSpPr/>
      </dsp:nvSpPr>
      <dsp:spPr>
        <a:xfrm>
          <a:off x="2267929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Aplica transformaciones: Resize + Normalize</a:t>
          </a:r>
          <a:endParaRPr lang="en-US" sz="1400" kern="1200"/>
        </a:p>
      </dsp:txBody>
      <dsp:txXfrm>
        <a:off x="2299531" y="1381227"/>
        <a:ext cx="1635958" cy="1015764"/>
      </dsp:txXfrm>
    </dsp:sp>
    <dsp:sp modelId="{61366EEC-5636-4ADB-9232-EBDB48FD9DD7}">
      <dsp:nvSpPr>
        <dsp:cNvPr id="0" name=""/>
        <dsp:cNvSpPr/>
      </dsp:nvSpPr>
      <dsp:spPr>
        <a:xfrm>
          <a:off x="4155888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78E1A-D221-4F79-81D9-3F00C662E0BC}">
      <dsp:nvSpPr>
        <dsp:cNvPr id="0" name=""/>
        <dsp:cNvSpPr/>
      </dsp:nvSpPr>
      <dsp:spPr>
        <a:xfrm>
          <a:off x="4344684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Predice: </a:t>
          </a:r>
          <a:r>
            <a:rPr lang="es-MX" sz="1400" kern="1200" dirty="0" err="1"/>
            <a:t>fractured</a:t>
          </a:r>
          <a:r>
            <a:rPr lang="es-MX" sz="1400" kern="1200" dirty="0"/>
            <a:t> o </a:t>
          </a:r>
          <a:r>
            <a:rPr lang="es-MX" sz="1400" kern="1200" dirty="0" err="1"/>
            <a:t>not_fractured</a:t>
          </a:r>
          <a:endParaRPr lang="en-US" sz="1400" kern="1200" dirty="0"/>
        </a:p>
      </dsp:txBody>
      <dsp:txXfrm>
        <a:off x="4376286" y="1381227"/>
        <a:ext cx="1635958" cy="1015764"/>
      </dsp:txXfrm>
    </dsp:sp>
    <dsp:sp modelId="{A9B05C30-048B-4E4D-907F-E33C548074E7}">
      <dsp:nvSpPr>
        <dsp:cNvPr id="0" name=""/>
        <dsp:cNvSpPr/>
      </dsp:nvSpPr>
      <dsp:spPr>
        <a:xfrm>
          <a:off x="6232642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EAA7E-A069-47FF-924B-D5BA380C1F74}">
      <dsp:nvSpPr>
        <dsp:cNvPr id="0" name=""/>
        <dsp:cNvSpPr/>
      </dsp:nvSpPr>
      <dsp:spPr>
        <a:xfrm>
          <a:off x="6421438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Retorna: label, score, tensor</a:t>
          </a:r>
          <a:endParaRPr lang="en-US" sz="1400" kern="1200"/>
        </a:p>
      </dsp:txBody>
      <dsp:txXfrm>
        <a:off x="6453040" y="1381227"/>
        <a:ext cx="1635958" cy="10157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AFFE1-48FC-483B-8889-870DDE5B8157}">
      <dsp:nvSpPr>
        <dsp:cNvPr id="0" name=""/>
        <dsp:cNvSpPr/>
      </dsp:nvSpPr>
      <dsp:spPr>
        <a:xfrm>
          <a:off x="991" y="510706"/>
          <a:ext cx="3480427" cy="2210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5B8B3-1373-4B38-9173-4039561963A1}">
      <dsp:nvSpPr>
        <dsp:cNvPr id="0" name=""/>
        <dsp:cNvSpPr/>
      </dsp:nvSpPr>
      <dsp:spPr>
        <a:xfrm>
          <a:off x="387705" y="878084"/>
          <a:ext cx="3480427" cy="2210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3000" kern="1200" dirty="0"/>
            <a:t>Si </a:t>
          </a:r>
          <a:r>
            <a:rPr lang="es-MX" sz="3000" kern="1200" dirty="0" err="1"/>
            <a:t>label</a:t>
          </a:r>
          <a:r>
            <a:rPr lang="es-MX" sz="3000" kern="1200" dirty="0"/>
            <a:t> == '</a:t>
          </a:r>
          <a:r>
            <a:rPr lang="es-MX" sz="3000" kern="1200" dirty="0" err="1"/>
            <a:t>fractured</a:t>
          </a:r>
          <a:r>
            <a:rPr lang="es-MX" sz="3000" kern="1200" dirty="0"/>
            <a:t>' → ejecuta </a:t>
          </a:r>
          <a:r>
            <a:rPr lang="es-MX" sz="3000" kern="1200" dirty="0" err="1"/>
            <a:t>Grad</a:t>
          </a:r>
          <a:r>
            <a:rPr lang="es-MX" sz="3000" kern="1200" dirty="0"/>
            <a:t>-CAM</a:t>
          </a:r>
          <a:endParaRPr lang="en-US" sz="3000" kern="1200" dirty="0"/>
        </a:p>
      </dsp:txBody>
      <dsp:txXfrm>
        <a:off x="452436" y="942815"/>
        <a:ext cx="3350965" cy="2080609"/>
      </dsp:txXfrm>
    </dsp:sp>
    <dsp:sp modelId="{EF37C66C-AD69-4E3B-86CB-057DD3145B22}">
      <dsp:nvSpPr>
        <dsp:cNvPr id="0" name=""/>
        <dsp:cNvSpPr/>
      </dsp:nvSpPr>
      <dsp:spPr>
        <a:xfrm>
          <a:off x="4254847" y="510706"/>
          <a:ext cx="3480427" cy="2210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C4039-68F6-4F09-855A-684BB2ECD0E5}">
      <dsp:nvSpPr>
        <dsp:cNvPr id="0" name=""/>
        <dsp:cNvSpPr/>
      </dsp:nvSpPr>
      <dsp:spPr>
        <a:xfrm>
          <a:off x="4641561" y="878084"/>
          <a:ext cx="3480427" cy="2210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3000" kern="1200" dirty="0"/>
            <a:t>Si </a:t>
          </a:r>
          <a:r>
            <a:rPr lang="es-MX" sz="3000" kern="1200" dirty="0" err="1"/>
            <a:t>label</a:t>
          </a:r>
          <a:r>
            <a:rPr lang="es-MX" sz="3000" kern="1200" dirty="0"/>
            <a:t> == '</a:t>
          </a:r>
          <a:r>
            <a:rPr lang="es-MX" sz="3000" kern="1200" dirty="0" err="1"/>
            <a:t>not_fractured</a:t>
          </a:r>
          <a:r>
            <a:rPr lang="es-MX" sz="3000" kern="1200" dirty="0"/>
            <a:t>' → salta directo a guardar</a:t>
          </a:r>
          <a:endParaRPr lang="en-US" sz="3000" kern="1200" dirty="0"/>
        </a:p>
      </dsp:txBody>
      <dsp:txXfrm>
        <a:off x="4706292" y="942815"/>
        <a:ext cx="3350965" cy="20806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E25B3-4E12-4050-9015-EFA4FA2A6EE3}">
      <dsp:nvSpPr>
        <dsp:cNvPr id="0" name=""/>
        <dsp:cNvSpPr/>
      </dsp:nvSpPr>
      <dsp:spPr>
        <a:xfrm>
          <a:off x="2379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D869F-FD5C-4D46-9DF0-038F7BD06F6D}">
      <dsp:nvSpPr>
        <dsp:cNvPr id="0" name=""/>
        <dsp:cNvSpPr/>
      </dsp:nvSpPr>
      <dsp:spPr>
        <a:xfrm>
          <a:off x="191175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Solo se ejecuta si hay fractura detectada</a:t>
          </a:r>
          <a:endParaRPr lang="en-US" sz="1600" kern="1200"/>
        </a:p>
      </dsp:txBody>
      <dsp:txXfrm>
        <a:off x="222777" y="1381227"/>
        <a:ext cx="1635958" cy="1015764"/>
      </dsp:txXfrm>
    </dsp:sp>
    <dsp:sp modelId="{DB9D5548-5F80-457C-AC6E-25880488F139}">
      <dsp:nvSpPr>
        <dsp:cNvPr id="0" name=""/>
        <dsp:cNvSpPr/>
      </dsp:nvSpPr>
      <dsp:spPr>
        <a:xfrm>
          <a:off x="2079134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32098-EDE8-4F43-8489-0FCEB67103AC}">
      <dsp:nvSpPr>
        <dsp:cNvPr id="0" name=""/>
        <dsp:cNvSpPr/>
      </dsp:nvSpPr>
      <dsp:spPr>
        <a:xfrm>
          <a:off x="2267929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Genera mapa de calor con áreas relevantes</a:t>
          </a:r>
          <a:endParaRPr lang="en-US" sz="1600" kern="1200"/>
        </a:p>
      </dsp:txBody>
      <dsp:txXfrm>
        <a:off x="2299531" y="1381227"/>
        <a:ext cx="1635958" cy="1015764"/>
      </dsp:txXfrm>
    </dsp:sp>
    <dsp:sp modelId="{E78538B7-2B64-40B0-ABF2-FE5FDA3F4C37}">
      <dsp:nvSpPr>
        <dsp:cNvPr id="0" name=""/>
        <dsp:cNvSpPr/>
      </dsp:nvSpPr>
      <dsp:spPr>
        <a:xfrm>
          <a:off x="4155888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1791B-E0DF-47C0-BFA6-D6B884DAB9F9}">
      <dsp:nvSpPr>
        <dsp:cNvPr id="0" name=""/>
        <dsp:cNvSpPr/>
      </dsp:nvSpPr>
      <dsp:spPr>
        <a:xfrm>
          <a:off x="4344684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Usa </a:t>
          </a:r>
          <a:r>
            <a:rPr lang="es-ES" sz="1600" kern="1200" dirty="0" err="1"/>
            <a:t>Grad</a:t>
          </a:r>
          <a:r>
            <a:rPr lang="es-ES" sz="1600" kern="1200" dirty="0"/>
            <a:t>-CAM sobre layer4 de ResNet50</a:t>
          </a:r>
          <a:endParaRPr lang="en-US" sz="1600" kern="1200" dirty="0"/>
        </a:p>
      </dsp:txBody>
      <dsp:txXfrm>
        <a:off x="4376286" y="1381227"/>
        <a:ext cx="1635958" cy="1015764"/>
      </dsp:txXfrm>
    </dsp:sp>
    <dsp:sp modelId="{E0A771C3-850B-4B49-9868-B802A91464F9}">
      <dsp:nvSpPr>
        <dsp:cNvPr id="0" name=""/>
        <dsp:cNvSpPr/>
      </dsp:nvSpPr>
      <dsp:spPr>
        <a:xfrm>
          <a:off x="6232642" y="1170269"/>
          <a:ext cx="1699162" cy="1078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1282A-5498-457E-9D60-90096333FE1E}">
      <dsp:nvSpPr>
        <dsp:cNvPr id="0" name=""/>
        <dsp:cNvSpPr/>
      </dsp:nvSpPr>
      <dsp:spPr>
        <a:xfrm>
          <a:off x="6421438" y="1349625"/>
          <a:ext cx="1699162" cy="10789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Guarda imagen en data/heatmaps/</a:t>
          </a:r>
          <a:endParaRPr lang="en-US" sz="1600" kern="1200"/>
        </a:p>
      </dsp:txBody>
      <dsp:txXfrm>
        <a:off x="6453040" y="1381227"/>
        <a:ext cx="1635958" cy="10157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6578C-12FE-4FD0-8DFA-A20BFCA89F03}">
      <dsp:nvSpPr>
        <dsp:cNvPr id="0" name=""/>
        <dsp:cNvSpPr/>
      </dsp:nvSpPr>
      <dsp:spPr>
        <a:xfrm>
          <a:off x="0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CA114-A5E1-401C-A387-E7A743F1B1B4}">
      <dsp:nvSpPr>
        <dsp:cNvPr id="0" name=""/>
        <dsp:cNvSpPr/>
      </dsp:nvSpPr>
      <dsp:spPr>
        <a:xfrm>
          <a:off x="253843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Genera JSON con resultados finales</a:t>
          </a:r>
          <a:endParaRPr lang="en-US" sz="2200" kern="1200"/>
        </a:p>
      </dsp:txBody>
      <dsp:txXfrm>
        <a:off x="296333" y="1237140"/>
        <a:ext cx="2199608" cy="1365733"/>
      </dsp:txXfrm>
    </dsp:sp>
    <dsp:sp modelId="{99CE91FD-0BFC-4B47-895E-74F462190C9E}">
      <dsp:nvSpPr>
        <dsp:cNvPr id="0" name=""/>
        <dsp:cNvSpPr/>
      </dsp:nvSpPr>
      <dsp:spPr>
        <a:xfrm>
          <a:off x="2792274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981AD-F8B2-451C-A4AD-B05ADEA5A15D}">
      <dsp:nvSpPr>
        <dsp:cNvPr id="0" name=""/>
        <dsp:cNvSpPr/>
      </dsp:nvSpPr>
      <dsp:spPr>
        <a:xfrm>
          <a:off x="3046117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Incluye: filename, label, score, heatmap_path</a:t>
          </a:r>
          <a:endParaRPr lang="en-US" sz="2200" kern="1200"/>
        </a:p>
      </dsp:txBody>
      <dsp:txXfrm>
        <a:off x="3088607" y="1237140"/>
        <a:ext cx="2199608" cy="1365733"/>
      </dsp:txXfrm>
    </dsp:sp>
    <dsp:sp modelId="{6788F652-E0FA-428B-B5A9-07A7ABBEE765}">
      <dsp:nvSpPr>
        <dsp:cNvPr id="0" name=""/>
        <dsp:cNvSpPr/>
      </dsp:nvSpPr>
      <dsp:spPr>
        <a:xfrm>
          <a:off x="5584549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ED7CC-D936-4EC3-869F-120E30E41C10}">
      <dsp:nvSpPr>
        <dsp:cNvPr id="0" name=""/>
        <dsp:cNvSpPr/>
      </dsp:nvSpPr>
      <dsp:spPr>
        <a:xfrm>
          <a:off x="5838392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Guarda en data/results/</a:t>
          </a:r>
          <a:endParaRPr lang="en-US" sz="2200" kern="1200"/>
        </a:p>
      </dsp:txBody>
      <dsp:txXfrm>
        <a:off x="5880882" y="1237140"/>
        <a:ext cx="2199608" cy="13657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BEFE4-804D-4AC9-A3C2-FD19ACE4CBC3}">
      <dsp:nvSpPr>
        <dsp:cNvPr id="0" name=""/>
        <dsp:cNvSpPr/>
      </dsp:nvSpPr>
      <dsp:spPr>
        <a:xfrm rot="5400000">
          <a:off x="2474060" y="-601064"/>
          <a:ext cx="1438200" cy="300532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Usa API REST de Airflow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Autenticación: usuario 'admin' + contraseña de los logs del contenedor de docker</a:t>
          </a:r>
          <a:endParaRPr lang="en-US" sz="1400" kern="1200"/>
        </a:p>
      </dsp:txBody>
      <dsp:txXfrm rot="-5400000">
        <a:off x="1690497" y="252706"/>
        <a:ext cx="2935121" cy="1297786"/>
      </dsp:txXfrm>
    </dsp:sp>
    <dsp:sp modelId="{2C6F670C-8C37-4A4E-AA8A-51A618015671}">
      <dsp:nvSpPr>
        <dsp:cNvPr id="0" name=""/>
        <dsp:cNvSpPr/>
      </dsp:nvSpPr>
      <dsp:spPr>
        <a:xfrm>
          <a:off x="0" y="2723"/>
          <a:ext cx="1690497" cy="1797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1. Streamlit local se conecta a localhost:8080</a:t>
          </a:r>
          <a:endParaRPr lang="en-US" sz="1600" kern="1200"/>
        </a:p>
      </dsp:txBody>
      <dsp:txXfrm>
        <a:off x="82523" y="85246"/>
        <a:ext cx="1525451" cy="1632704"/>
      </dsp:txXfrm>
    </dsp:sp>
    <dsp:sp modelId="{FB5BF54B-BB6D-4F0D-AF36-70638199A5AB}">
      <dsp:nvSpPr>
        <dsp:cNvPr id="0" name=""/>
        <dsp:cNvSpPr/>
      </dsp:nvSpPr>
      <dsp:spPr>
        <a:xfrm rot="5400000">
          <a:off x="2474060" y="1286573"/>
          <a:ext cx="1438200" cy="3005328"/>
        </a:xfrm>
        <a:prstGeom prst="round2SameRect">
          <a:avLst/>
        </a:prstGeom>
        <a:solidFill>
          <a:schemeClr val="accent2">
            <a:tint val="40000"/>
            <a:alpha val="90000"/>
            <a:hueOff val="2645942"/>
            <a:satOff val="-2703"/>
            <a:lumOff val="-96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645942"/>
              <a:satOff val="-2703"/>
              <a:lumOff val="-96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POST /api/v1/dags/{dag_id}/dagRuns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Payload: {'conf': {'filename': 'imagen.png'}}</a:t>
          </a:r>
          <a:endParaRPr lang="en-US" sz="1400" kern="1200"/>
        </a:p>
      </dsp:txBody>
      <dsp:txXfrm rot="-5400000">
        <a:off x="1690497" y="2140344"/>
        <a:ext cx="2935121" cy="1297786"/>
      </dsp:txXfrm>
    </dsp:sp>
    <dsp:sp modelId="{79E8CFCB-E2CD-49F1-B1AB-3D0D3D358AD2}">
      <dsp:nvSpPr>
        <dsp:cNvPr id="0" name=""/>
        <dsp:cNvSpPr/>
      </dsp:nvSpPr>
      <dsp:spPr>
        <a:xfrm>
          <a:off x="0" y="1890362"/>
          <a:ext cx="1690497" cy="1797750"/>
        </a:xfrm>
        <a:prstGeom prst="roundRect">
          <a:avLst/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2. Trigger del pipeline:</a:t>
          </a:r>
          <a:endParaRPr lang="en-US" sz="1600" kern="1200"/>
        </a:p>
      </dsp:txBody>
      <dsp:txXfrm>
        <a:off x="82523" y="1972885"/>
        <a:ext cx="1525451" cy="1632704"/>
      </dsp:txXfrm>
    </dsp:sp>
    <dsp:sp modelId="{D5DE3A55-D21D-4CCC-B4DC-E02F40731D25}">
      <dsp:nvSpPr>
        <dsp:cNvPr id="0" name=""/>
        <dsp:cNvSpPr/>
      </dsp:nvSpPr>
      <dsp:spPr>
        <a:xfrm rot="5400000">
          <a:off x="2474060" y="3174211"/>
          <a:ext cx="1438200" cy="3005328"/>
        </a:xfrm>
        <a:prstGeom prst="round2SameRect">
          <a:avLst/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Via volumen compartido ./data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Streamlit escribe en data/raw/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/>
            <a:t>Lee resultados de data/results/ y data/heatmaps/</a:t>
          </a:r>
          <a:endParaRPr lang="en-US" sz="1400" kern="1200"/>
        </a:p>
      </dsp:txBody>
      <dsp:txXfrm rot="-5400000">
        <a:off x="1690497" y="4027982"/>
        <a:ext cx="2935121" cy="1297786"/>
      </dsp:txXfrm>
    </dsp:sp>
    <dsp:sp modelId="{580B6D96-228D-4F94-AB91-DFC41465933C}">
      <dsp:nvSpPr>
        <dsp:cNvPr id="0" name=""/>
        <dsp:cNvSpPr/>
      </dsp:nvSpPr>
      <dsp:spPr>
        <a:xfrm>
          <a:off x="0" y="3778000"/>
          <a:ext cx="1690497" cy="179775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3. Intercambio de archivos:</a:t>
          </a:r>
          <a:endParaRPr lang="en-US" sz="1600" kern="1200"/>
        </a:p>
      </dsp:txBody>
      <dsp:txXfrm>
        <a:off x="82523" y="3860523"/>
        <a:ext cx="1525451" cy="163270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17821-7DB4-4960-8207-4E953D94FAE1}">
      <dsp:nvSpPr>
        <dsp:cNvPr id="0" name=""/>
        <dsp:cNvSpPr/>
      </dsp:nvSpPr>
      <dsp:spPr>
        <a:xfrm>
          <a:off x="0" y="7564"/>
          <a:ext cx="4695825" cy="991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D915E-94FD-4B89-A401-E5180DE2585E}">
      <dsp:nvSpPr>
        <dsp:cNvPr id="0" name=""/>
        <dsp:cNvSpPr/>
      </dsp:nvSpPr>
      <dsp:spPr>
        <a:xfrm>
          <a:off x="299831" y="230579"/>
          <a:ext cx="545148" cy="545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33DE0-C4F2-4306-9631-93D5C5BA5646}">
      <dsp:nvSpPr>
        <dsp:cNvPr id="0" name=""/>
        <dsp:cNvSpPr/>
      </dsp:nvSpPr>
      <dsp:spPr>
        <a:xfrm>
          <a:off x="1144812" y="7564"/>
          <a:ext cx="2113121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Usuario sube imagen en Streamlit</a:t>
          </a:r>
        </a:p>
      </dsp:txBody>
      <dsp:txXfrm>
        <a:off x="1144812" y="7564"/>
        <a:ext cx="2113121" cy="991179"/>
      </dsp:txXfrm>
    </dsp:sp>
    <dsp:sp modelId="{51A984BB-62DD-4639-BCBC-B9DC527C5992}">
      <dsp:nvSpPr>
        <dsp:cNvPr id="0" name=""/>
        <dsp:cNvSpPr/>
      </dsp:nvSpPr>
      <dsp:spPr>
        <a:xfrm>
          <a:off x="3257933" y="7564"/>
          <a:ext cx="1436772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Streamlit guarda en data/raw/</a:t>
          </a:r>
        </a:p>
      </dsp:txBody>
      <dsp:txXfrm>
        <a:off x="3257933" y="7564"/>
        <a:ext cx="1436772" cy="991179"/>
      </dsp:txXfrm>
    </dsp:sp>
    <dsp:sp modelId="{FA9CED73-9CFA-4EC9-B487-BB0E6C66F8F7}">
      <dsp:nvSpPr>
        <dsp:cNvPr id="0" name=""/>
        <dsp:cNvSpPr/>
      </dsp:nvSpPr>
      <dsp:spPr>
        <a:xfrm>
          <a:off x="0" y="1246538"/>
          <a:ext cx="4695825" cy="991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085FD-31AC-4240-A109-54128704D70C}">
      <dsp:nvSpPr>
        <dsp:cNvPr id="0" name=""/>
        <dsp:cNvSpPr/>
      </dsp:nvSpPr>
      <dsp:spPr>
        <a:xfrm>
          <a:off x="299831" y="1469554"/>
          <a:ext cx="545148" cy="545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6693D-77FD-4141-B549-8D3FE6128D0D}">
      <dsp:nvSpPr>
        <dsp:cNvPr id="0" name=""/>
        <dsp:cNvSpPr/>
      </dsp:nvSpPr>
      <dsp:spPr>
        <a:xfrm>
          <a:off x="1144812" y="1246538"/>
          <a:ext cx="2113121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Streamlit triggerea DAG via API REST</a:t>
          </a:r>
        </a:p>
      </dsp:txBody>
      <dsp:txXfrm>
        <a:off x="1144812" y="1246538"/>
        <a:ext cx="2113121" cy="991179"/>
      </dsp:txXfrm>
    </dsp:sp>
    <dsp:sp modelId="{72BC570C-6171-446F-86C4-2602C4392F5C}">
      <dsp:nvSpPr>
        <dsp:cNvPr id="0" name=""/>
        <dsp:cNvSpPr/>
      </dsp:nvSpPr>
      <dsp:spPr>
        <a:xfrm>
          <a:off x="3257933" y="1246538"/>
          <a:ext cx="1436772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Envía nombre del archivo como parámetro</a:t>
          </a:r>
        </a:p>
      </dsp:txBody>
      <dsp:txXfrm>
        <a:off x="3257933" y="1246538"/>
        <a:ext cx="1436772" cy="991179"/>
      </dsp:txXfrm>
    </dsp:sp>
    <dsp:sp modelId="{FBD48922-7605-4739-9370-D64B5EFC9643}">
      <dsp:nvSpPr>
        <dsp:cNvPr id="0" name=""/>
        <dsp:cNvSpPr/>
      </dsp:nvSpPr>
      <dsp:spPr>
        <a:xfrm>
          <a:off x="0" y="2485512"/>
          <a:ext cx="4695825" cy="991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510A8-DEA8-4E60-95DC-60F24B30737A}">
      <dsp:nvSpPr>
        <dsp:cNvPr id="0" name=""/>
        <dsp:cNvSpPr/>
      </dsp:nvSpPr>
      <dsp:spPr>
        <a:xfrm>
          <a:off x="299831" y="2708528"/>
          <a:ext cx="545148" cy="545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405CA-4D6D-40E1-9742-050B053C3B82}">
      <dsp:nvSpPr>
        <dsp:cNvPr id="0" name=""/>
        <dsp:cNvSpPr/>
      </dsp:nvSpPr>
      <dsp:spPr>
        <a:xfrm>
          <a:off x="1144812" y="2485512"/>
          <a:ext cx="2113121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Pipeline de Airflow procesa la imagen</a:t>
          </a:r>
        </a:p>
      </dsp:txBody>
      <dsp:txXfrm>
        <a:off x="1144812" y="2485512"/>
        <a:ext cx="2113121" cy="991179"/>
      </dsp:txXfrm>
    </dsp:sp>
    <dsp:sp modelId="{C98F0E71-DD3D-45F0-8D5C-F24CED589581}">
      <dsp:nvSpPr>
        <dsp:cNvPr id="0" name=""/>
        <dsp:cNvSpPr/>
      </dsp:nvSpPr>
      <dsp:spPr>
        <a:xfrm>
          <a:off x="3257933" y="2485512"/>
          <a:ext cx="1436772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Ingestión → Limpieza → Evaluación → Explicación → Guardar</a:t>
          </a:r>
        </a:p>
      </dsp:txBody>
      <dsp:txXfrm>
        <a:off x="3257933" y="2485512"/>
        <a:ext cx="1436772" cy="991179"/>
      </dsp:txXfrm>
    </dsp:sp>
    <dsp:sp modelId="{DA8BED15-8D23-4BDE-97C3-73760629C094}">
      <dsp:nvSpPr>
        <dsp:cNvPr id="0" name=""/>
        <dsp:cNvSpPr/>
      </dsp:nvSpPr>
      <dsp:spPr>
        <a:xfrm>
          <a:off x="0" y="3724486"/>
          <a:ext cx="4695825" cy="991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C0E46-E5ED-4846-879A-4ED5732E4FE9}">
      <dsp:nvSpPr>
        <dsp:cNvPr id="0" name=""/>
        <dsp:cNvSpPr/>
      </dsp:nvSpPr>
      <dsp:spPr>
        <a:xfrm>
          <a:off x="299831" y="3947502"/>
          <a:ext cx="545148" cy="5451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07E41-0A8C-4DBB-B6F0-4EA385337C04}">
      <dsp:nvSpPr>
        <dsp:cNvPr id="0" name=""/>
        <dsp:cNvSpPr/>
      </dsp:nvSpPr>
      <dsp:spPr>
        <a:xfrm>
          <a:off x="1144812" y="3724486"/>
          <a:ext cx="2113121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Streamlit monitorea el estado del DAG</a:t>
          </a:r>
        </a:p>
      </dsp:txBody>
      <dsp:txXfrm>
        <a:off x="1144812" y="3724486"/>
        <a:ext cx="2113121" cy="991179"/>
      </dsp:txXfrm>
    </dsp:sp>
    <dsp:sp modelId="{A8DA0834-81DC-43BD-98BF-63F680490AC8}">
      <dsp:nvSpPr>
        <dsp:cNvPr id="0" name=""/>
        <dsp:cNvSpPr/>
      </dsp:nvSpPr>
      <dsp:spPr>
        <a:xfrm>
          <a:off x="3257933" y="3724486"/>
          <a:ext cx="1436772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Espera hasta </a:t>
          </a:r>
          <a:r>
            <a:rPr lang="en-US" sz="1100" kern="1200" dirty="0" err="1"/>
            <a:t>que</a:t>
          </a:r>
          <a:r>
            <a:rPr lang="en-US" sz="1100" kern="1200" dirty="0"/>
            <a:t> state == 'success' o 'failed'</a:t>
          </a:r>
        </a:p>
      </dsp:txBody>
      <dsp:txXfrm>
        <a:off x="3257933" y="3724486"/>
        <a:ext cx="1436772" cy="991179"/>
      </dsp:txXfrm>
    </dsp:sp>
    <dsp:sp modelId="{225C54DD-23E5-4415-B1AD-8AB48A14526C}">
      <dsp:nvSpPr>
        <dsp:cNvPr id="0" name=""/>
        <dsp:cNvSpPr/>
      </dsp:nvSpPr>
      <dsp:spPr>
        <a:xfrm>
          <a:off x="0" y="4963461"/>
          <a:ext cx="4695825" cy="991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1C2B8-AF91-4D03-AAB1-3B86D6B1BFB3}">
      <dsp:nvSpPr>
        <dsp:cNvPr id="0" name=""/>
        <dsp:cNvSpPr/>
      </dsp:nvSpPr>
      <dsp:spPr>
        <a:xfrm>
          <a:off x="299831" y="5186476"/>
          <a:ext cx="545148" cy="5451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84BE8-E37F-4CF7-8023-7CE55F07B84A}">
      <dsp:nvSpPr>
        <dsp:cNvPr id="0" name=""/>
        <dsp:cNvSpPr/>
      </dsp:nvSpPr>
      <dsp:spPr>
        <a:xfrm>
          <a:off x="1144812" y="4963461"/>
          <a:ext cx="2113121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Streamlit lee resultados</a:t>
          </a:r>
        </a:p>
      </dsp:txBody>
      <dsp:txXfrm>
        <a:off x="1144812" y="4963461"/>
        <a:ext cx="2113121" cy="991179"/>
      </dsp:txXfrm>
    </dsp:sp>
    <dsp:sp modelId="{59CFB996-38CF-48ED-9B3C-261B6CE4052B}">
      <dsp:nvSpPr>
        <dsp:cNvPr id="0" name=""/>
        <dsp:cNvSpPr/>
      </dsp:nvSpPr>
      <dsp:spPr>
        <a:xfrm>
          <a:off x="3257933" y="4963461"/>
          <a:ext cx="1436772" cy="991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00" tIns="104900" rIns="104900" bIns="10490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Lee JSON </a:t>
          </a:r>
          <a:r>
            <a:rPr lang="en-US" sz="1100" kern="1200" dirty="0" err="1"/>
            <a:t>desde</a:t>
          </a:r>
          <a:r>
            <a:rPr lang="en-US" sz="1100" kern="1200" dirty="0"/>
            <a:t> data/results/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Lee heatmap </a:t>
          </a:r>
          <a:r>
            <a:rPr lang="en-US" sz="1100" kern="1200" dirty="0" err="1"/>
            <a:t>desde</a:t>
          </a:r>
          <a:r>
            <a:rPr lang="en-US" sz="1100" kern="1200" dirty="0"/>
            <a:t> data/heatmaps/ (</a:t>
          </a:r>
          <a:r>
            <a:rPr lang="en-US" sz="1100" kern="1200" dirty="0" err="1"/>
            <a:t>si</a:t>
          </a:r>
          <a:r>
            <a:rPr lang="en-US" sz="1100" kern="1200" dirty="0"/>
            <a:t> </a:t>
          </a:r>
          <a:r>
            <a:rPr lang="en-US" sz="1100" kern="1200" dirty="0" err="1"/>
            <a:t>existe</a:t>
          </a:r>
          <a:r>
            <a:rPr lang="en-US" sz="1100" kern="1200" dirty="0"/>
            <a:t>)</a:t>
          </a:r>
        </a:p>
      </dsp:txBody>
      <dsp:txXfrm>
        <a:off x="3257933" y="4963461"/>
        <a:ext cx="1436772" cy="991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5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2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1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5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0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8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7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4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4825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5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54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04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60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35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8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8.pn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7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9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9.xml"/><Relationship Id="rId5" Type="http://schemas.openxmlformats.org/officeDocument/2006/relationships/image" Target="../media/image8.png"/><Relationship Id="rId10" Type="http://schemas.microsoft.com/office/2007/relationships/diagramDrawing" Target="../diagrams/drawing9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0.xml"/><Relationship Id="rId5" Type="http://schemas.openxmlformats.org/officeDocument/2006/relationships/image" Target="../media/image8.png"/><Relationship Id="rId10" Type="http://schemas.microsoft.com/office/2007/relationships/diagramDrawing" Target="../diagrams/drawing10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1"/>
            <a:ext cx="6726063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672606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5" name="Picture 4" descr="Células como se ven en un microscopio">
            <a:extLst>
              <a:ext uri="{FF2B5EF4-FFF2-40B4-BE49-F238E27FC236}">
                <a16:creationId xmlns:a16="http://schemas.microsoft.com/office/drawing/2014/main" id="{EA1E7EA4-34E5-A224-6217-6DFCBC24D0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2382" y="10"/>
            <a:ext cx="9144000" cy="6857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6726063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extBox 1"/>
          <p:cNvSpPr txBox="1"/>
          <p:nvPr/>
        </p:nvSpPr>
        <p:spPr>
          <a:xfrm>
            <a:off x="510241" y="4402667"/>
            <a:ext cx="6100109" cy="940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2600">
                <a:latin typeface="+mj-lt"/>
                <a:ea typeface="+mj-ea"/>
                <a:cs typeface="+mj-cs"/>
              </a:rPr>
              <a:t>Sistema de Detección de 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2600">
                <a:latin typeface="+mj-lt"/>
                <a:ea typeface="+mj-ea"/>
                <a:cs typeface="+mj-cs"/>
              </a:rPr>
              <a:t>Fracturas Óseas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241" y="5342302"/>
            <a:ext cx="6100109" cy="40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C8C8C8"/>
                </a:solidFill>
              </a:defRPr>
            </a:pPr>
            <a:r>
              <a:rPr lang="en-US" sz="1600" dirty="0"/>
              <a:t>Pipeline con Apache Airflow, Docker y </a:t>
            </a:r>
            <a:r>
              <a:rPr lang="en-US" sz="1600" dirty="0" err="1"/>
              <a:t>Streamlit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4249541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6726063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5902314"/>
            <a:ext cx="2310214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C83A896-8AF0-5D33-6FD0-415E8AD259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107050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EDF52E16-4477-C69A-A543-854F288E99CD}"/>
              </a:ext>
            </a:extLst>
          </p:cNvPr>
          <p:cNvSpPr txBox="1"/>
          <p:nvPr/>
        </p:nvSpPr>
        <p:spPr>
          <a:xfrm>
            <a:off x="228600" y="2115504"/>
            <a:ext cx="32547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¿Que contiene el proyecto?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F9262AF-2486-948E-5527-1D34DDB78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4340956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9BF6ABE-D4B0-2900-34EB-E7C63BB26795}"/>
              </a:ext>
            </a:extLst>
          </p:cNvPr>
          <p:cNvSpPr txBox="1"/>
          <p:nvPr/>
        </p:nvSpPr>
        <p:spPr>
          <a:xfrm>
            <a:off x="234314" y="2698593"/>
            <a:ext cx="3254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Componentes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1"/>
            <a:ext cx="6726063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672606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5" name="Picture 4" descr="Tubos metálicos alineados en ángulo">
            <a:extLst>
              <a:ext uri="{FF2B5EF4-FFF2-40B4-BE49-F238E27FC236}">
                <a16:creationId xmlns:a16="http://schemas.microsoft.com/office/drawing/2014/main" id="{6609D4F7-50D6-32DD-AD11-AC2DF594E5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98" r="8401" b="-1"/>
          <a:stretch>
            <a:fillRect/>
          </a:stretch>
        </p:blipFill>
        <p:spPr>
          <a:xfrm>
            <a:off x="-2382" y="10"/>
            <a:ext cx="9144000" cy="6857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6726063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CF2F17-A71A-87C5-8E2F-049E4392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1" y="4402667"/>
            <a:ext cx="6100109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Pipeline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73B69F-CDD2-E225-6988-E16B94CB5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241" y="5342302"/>
            <a:ext cx="6100109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chemeClr val="tx1"/>
                </a:solidFill>
              </a:rPr>
              <a:t>Partes del pipeline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4249541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6726063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5902314"/>
            <a:ext cx="2310214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9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1"/>
            <a:ext cx="6726063" cy="275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672606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0573A24-AD84-4562-A993-7D04E1D18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C087F8-F09C-4C07-B55F-6081689A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C49D257-5737-4C0D-89EA-9C311AF2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4382" y="0"/>
            <a:ext cx="4569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13D267A-94F5-488A-94C6-5D7156D9A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88333"/>
            <a:ext cx="4800600" cy="1857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6CE3EB2-91DF-4F5D-8874-744AAAE3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62908"/>
            <a:ext cx="4808806" cy="253218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531B8C-4F37-17ED-5904-654964B15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1" y="2403231"/>
            <a:ext cx="3894705" cy="21336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/>
              <a:t>Visión general del pipeline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393D0BA-FC3C-60C9-DD49-51B15F54D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537" y="-6171"/>
            <a:ext cx="2398489" cy="685282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725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99C70-22FC-8757-09A3-90233896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 dirty="0"/>
              <a:t>1. Ingesta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A07E79E-DBDF-6B5C-E3A1-ED5893086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171225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290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AFF17-156F-018F-5485-D06675AB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 dirty="0"/>
              <a:t>2. Limpieza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1FCD587-635D-BE83-1366-5288562664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247495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870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47E10-699E-2C4C-03DB-705A90B6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/>
              <a:t>3. Evaluación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D07EADA-2DA4-8BE2-B6F3-7C1E479B4C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073871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1241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AA578-F4CB-5591-9A69-17E8113A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/>
              <a:t>4. Branch</a:t>
            </a:r>
            <a:endParaRPr lang="es-MX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F9AD7F-BE09-7644-9E37-B0125D540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381922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248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F65AF-33DA-E62E-1E81-FFE55DD8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DFCFC-9EAF-C987-DC8B-31A9DF17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/>
              <a:t>5. Gradcam</a:t>
            </a:r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A928F2C7-1412-7B12-CF08-8177C000B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279194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82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5258D-C6BB-5451-D053-B3A7A500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s-MX" dirty="0"/>
              <a:t>6. </a:t>
            </a:r>
            <a:r>
              <a:rPr lang="es-MX" dirty="0" err="1"/>
              <a:t>Results</a:t>
            </a:r>
            <a:endParaRPr lang="es-MX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CEAE9D1-2F1B-4CD0-3D18-11117CC69A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333174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447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6" name="CuadroTexto 3">
            <a:extLst>
              <a:ext uri="{FF2B5EF4-FFF2-40B4-BE49-F238E27FC236}">
                <a16:creationId xmlns:a16="http://schemas.microsoft.com/office/drawing/2014/main" id="{010BCF79-A375-E08B-B3F0-948722875F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4033903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E72364A-31EE-EB6B-4EF6-0215D50AF6F4}"/>
              </a:ext>
            </a:extLst>
          </p:cNvPr>
          <p:cNvSpPr txBox="1"/>
          <p:nvPr/>
        </p:nvSpPr>
        <p:spPr>
          <a:xfrm>
            <a:off x="274320" y="2329799"/>
            <a:ext cx="32049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Comunicación de </a:t>
            </a:r>
            <a:r>
              <a:rPr lang="es-MX" sz="3600" dirty="0" err="1"/>
              <a:t>streamlit</a:t>
            </a:r>
            <a:r>
              <a:rPr lang="es-MX" sz="3600" dirty="0"/>
              <a:t> con </a:t>
            </a:r>
            <a:r>
              <a:rPr lang="es-MX" sz="3600" dirty="0" err="1"/>
              <a:t>docker</a:t>
            </a:r>
            <a:endParaRPr lang="es-MX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8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24" name="Picture 12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26" name="Rectangle 14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29" name="TextBox 2">
            <a:extLst>
              <a:ext uri="{FF2B5EF4-FFF2-40B4-BE49-F238E27FC236}">
                <a16:creationId xmlns:a16="http://schemas.microsoft.com/office/drawing/2014/main" id="{8AC75D0E-8139-AF7D-5E59-8F373FCAF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3256212"/>
              </p:ext>
            </p:extLst>
          </p:nvPr>
        </p:nvGraphicFramePr>
        <p:xfrm>
          <a:off x="3963591" y="639763"/>
          <a:ext cx="4695825" cy="5962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95BFD2E-FD0C-75F3-7382-E615033C519B}"/>
              </a:ext>
            </a:extLst>
          </p:cNvPr>
          <p:cNvSpPr txBox="1"/>
          <p:nvPr/>
        </p:nvSpPr>
        <p:spPr>
          <a:xfrm>
            <a:off x="237744" y="2115504"/>
            <a:ext cx="32456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Flujo completo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39</TotalTime>
  <Words>468</Words>
  <Application>Microsoft Office PowerPoint</Application>
  <PresentationFormat>Presentación en pantalla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Berlín</vt:lpstr>
      <vt:lpstr>Presentación de PowerPoint</vt:lpstr>
      <vt:lpstr>Presentación de PowerPoint</vt:lpstr>
      <vt:lpstr>Presentación de PowerPoint</vt:lpstr>
      <vt:lpstr>Pipeline</vt:lpstr>
      <vt:lpstr>Visión general del pipeline</vt:lpstr>
      <vt:lpstr>1. Ingesta</vt:lpstr>
      <vt:lpstr>2. Limpieza</vt:lpstr>
      <vt:lpstr>3. Evaluación</vt:lpstr>
      <vt:lpstr>4. Branch</vt:lpstr>
      <vt:lpstr>5. Gradcam</vt:lpstr>
      <vt:lpstr>6. Results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HECTOR ALEJANDRO MARQUEZ GONZALEZ</cp:lastModifiedBy>
  <cp:revision>4</cp:revision>
  <dcterms:created xsi:type="dcterms:W3CDTF">2013-01-27T09:14:16Z</dcterms:created>
  <dcterms:modified xsi:type="dcterms:W3CDTF">2025-11-17T19:44:39Z</dcterms:modified>
  <cp:category/>
</cp:coreProperties>
</file>